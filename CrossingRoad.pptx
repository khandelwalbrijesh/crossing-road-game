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95" r:id="rId10"/>
    <p:sldId id="296" r:id="rId11"/>
    <p:sldId id="297" r:id="rId12"/>
    <p:sldId id="299" r:id="rId13"/>
    <p:sldId id="300" r:id="rId14"/>
    <p:sldId id="298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278" r:id="rId31"/>
  </p:sldIdLst>
  <p:sldSz cx="9144000" cy="5143500" type="screen16x9"/>
  <p:notesSz cx="6858000" cy="9144000"/>
  <p:embeddedFontLst>
    <p:embeddedFont>
      <p:font typeface="Work Sans" pitchFamily="2" charset="0"/>
      <p:regular r:id="rId33"/>
      <p:bold r:id="rId34"/>
      <p:italic r:id="rId35"/>
      <p:boldItalic r:id="rId36"/>
    </p:embeddedFont>
    <p:embeddedFont>
      <p:font typeface="Work Sans Light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180247-6818-47F3-AF9A-CC46C61BAF64}">
  <a:tblStyle styleId="{81180247-6818-47F3-AF9A-CC46C61BAF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9556A8-8896-4E41-9132-AC51555547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6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3998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5948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611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156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479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087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616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159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436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882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856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5961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138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13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6622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52324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0145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634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1050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518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45492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048725" y="3058625"/>
            <a:ext cx="4914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012800" y="2497750"/>
            <a:ext cx="4950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12800" y="3678252"/>
            <a:ext cx="4950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804525" y="854775"/>
            <a:ext cx="5152200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Char char="▪"/>
              <a:defRPr sz="3200" i="1"/>
            </a:lvl1pPr>
            <a:lvl2pPr marL="914400" lvl="1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sz="3200" i="1"/>
            </a:lvl2pPr>
            <a:lvl3pPr marL="1371600" lvl="2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sz="3200" i="1"/>
            </a:lvl3pPr>
            <a:lvl4pPr marL="1828800" lvl="3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sz="3200" i="1"/>
            </a:lvl4pPr>
            <a:lvl5pPr marL="2286000" lvl="4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 i="1"/>
            </a:lvl5pPr>
            <a:lvl6pPr marL="2743200" lvl="5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 i="1"/>
            </a:lvl6pPr>
            <a:lvl7pPr marL="3200400" lvl="6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 i="1"/>
            </a:lvl7pPr>
            <a:lvl8pPr marL="3657600" lvl="7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 i="1"/>
            </a:lvl8pPr>
            <a:lvl9pPr marL="4114800" lvl="8" indent="-431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 i="1"/>
            </a:lvl9pPr>
          </a:lstStyle>
          <a:p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617750" y="603375"/>
            <a:ext cx="948000" cy="94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09196" y="854775"/>
            <a:ext cx="565108" cy="4452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Arial"/>
              </a:rPr>
              <a:t>“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▪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3594600" cy="21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4680228" y="2312925"/>
            <a:ext cx="3594600" cy="21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3356739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5844329" y="2312925"/>
            <a:ext cx="2366400" cy="2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name="adj1" fmla="val 4126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▪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□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●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○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Light"/>
              <a:buChar char="■"/>
              <a:defRPr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6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ctrTitle"/>
          </p:nvPr>
        </p:nvSpPr>
        <p:spPr>
          <a:xfrm>
            <a:off x="1150325" y="2571750"/>
            <a:ext cx="4914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/>
              <a:t>CROSSING ROAD GAME</a:t>
            </a:r>
            <a:endParaRPr sz="6000" dirty="0"/>
          </a:p>
        </p:txBody>
      </p:sp>
      <p:grpSp>
        <p:nvGrpSpPr>
          <p:cNvPr id="59" name="Google Shape;59;p12"/>
          <p:cNvGrpSpPr/>
          <p:nvPr/>
        </p:nvGrpSpPr>
        <p:grpSpPr>
          <a:xfrm>
            <a:off x="6867248" y="652997"/>
            <a:ext cx="1580904" cy="1684493"/>
            <a:chOff x="5970800" y="1619250"/>
            <a:chExt cx="428650" cy="456725"/>
          </a:xfrm>
        </p:grpSpPr>
        <p:sp>
          <p:nvSpPr>
            <p:cNvPr id="60" name="Google Shape;60;p12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2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2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00741" y="776840"/>
            <a:ext cx="5170406" cy="8505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Nhóm 10 – 21CLC05</a:t>
            </a:r>
            <a:endParaRPr dirty="0"/>
          </a:p>
        </p:txBody>
      </p:sp>
      <p:grpSp>
        <p:nvGrpSpPr>
          <p:cNvPr id="73" name="Google Shape;73;p13"/>
          <p:cNvGrpSpPr/>
          <p:nvPr/>
        </p:nvGrpSpPr>
        <p:grpSpPr>
          <a:xfrm>
            <a:off x="7245744" y="711703"/>
            <a:ext cx="1097515" cy="913074"/>
            <a:chOff x="1926350" y="995225"/>
            <a:chExt cx="428650" cy="356600"/>
          </a:xfrm>
        </p:grpSpPr>
        <p:sp>
          <p:nvSpPr>
            <p:cNvPr id="74" name="Google Shape;74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1FB8A98-4398-B359-91EE-C553D4E2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741" y="1749778"/>
            <a:ext cx="6978142" cy="2616882"/>
          </a:xfrm>
        </p:spPr>
        <p:txBody>
          <a:bodyPr/>
          <a:lstStyle/>
          <a:p>
            <a:r>
              <a:rPr lang="vi-VN" sz="1800" b="1" dirty="0">
                <a:latin typeface="Work Sans" pitchFamily="2" charset="0"/>
              </a:rPr>
              <a:t>Đoàn Ngọc Ma</a:t>
            </a:r>
            <a:r>
              <a:rPr lang="en-US" sz="1800" b="1" dirty="0" err="1">
                <a:latin typeface="Work Sans" pitchFamily="2" charset="0"/>
              </a:rPr>
              <a:t>i</a:t>
            </a:r>
            <a:r>
              <a:rPr lang="en-US" sz="1800" b="1" dirty="0">
                <a:latin typeface="Work Sans" pitchFamily="2" charset="0"/>
              </a:rPr>
              <a:t> 	     	     </a:t>
            </a:r>
            <a:r>
              <a:rPr lang="vi-VN" sz="1800" b="1" dirty="0">
                <a:latin typeface="Work Sans" pitchFamily="2" charset="0"/>
              </a:rPr>
              <a:t>- </a:t>
            </a:r>
            <a:r>
              <a:rPr lang="en-US" sz="1800" b="1" dirty="0">
                <a:latin typeface="Work Sans" pitchFamily="2" charset="0"/>
              </a:rPr>
              <a:t>	</a:t>
            </a:r>
            <a:r>
              <a:rPr lang="vi-VN" sz="1800" b="1" dirty="0">
                <a:latin typeface="Work Sans" pitchFamily="2" charset="0"/>
              </a:rPr>
              <a:t>21127104 </a:t>
            </a:r>
            <a:endParaRPr lang="en-US" sz="1800" b="1" dirty="0">
              <a:latin typeface="Work Sans" pitchFamily="2" charset="0"/>
            </a:endParaRPr>
          </a:p>
          <a:p>
            <a:r>
              <a:rPr lang="vi-VN" sz="1800" b="1" dirty="0">
                <a:latin typeface="Work Sans" pitchFamily="2" charset="0"/>
              </a:rPr>
              <a:t>Lê Nguyễn Kiều Oanh</a:t>
            </a:r>
            <a:r>
              <a:rPr lang="en-US" sz="1800" b="1" dirty="0">
                <a:latin typeface="Work Sans" pitchFamily="2" charset="0"/>
              </a:rPr>
              <a:t> 	     </a:t>
            </a:r>
            <a:r>
              <a:rPr lang="vi-VN" sz="1800" b="1" dirty="0">
                <a:latin typeface="Work Sans" pitchFamily="2" charset="0"/>
              </a:rPr>
              <a:t>- </a:t>
            </a:r>
            <a:r>
              <a:rPr lang="en-US" sz="1800" b="1" dirty="0">
                <a:latin typeface="Work Sans" pitchFamily="2" charset="0"/>
              </a:rPr>
              <a:t>	</a:t>
            </a:r>
            <a:r>
              <a:rPr lang="vi-VN" sz="1800" b="1" dirty="0">
                <a:latin typeface="Work Sans" pitchFamily="2" charset="0"/>
              </a:rPr>
              <a:t>21127129 </a:t>
            </a:r>
            <a:endParaRPr lang="en-US" sz="1800" b="1" dirty="0">
              <a:latin typeface="Work Sans" pitchFamily="2" charset="0"/>
            </a:endParaRPr>
          </a:p>
          <a:p>
            <a:r>
              <a:rPr lang="vi-VN" sz="1800" b="1" dirty="0">
                <a:latin typeface="Work Sans" pitchFamily="2" charset="0"/>
              </a:rPr>
              <a:t>Nguyễn Đức Vĩnh </a:t>
            </a:r>
            <a:r>
              <a:rPr lang="vi-VN" sz="1800" b="1" dirty="0" err="1">
                <a:latin typeface="Work Sans" pitchFamily="2" charset="0"/>
              </a:rPr>
              <a:t>Hoà</a:t>
            </a:r>
            <a:r>
              <a:rPr lang="en-US" sz="1800" b="1" dirty="0">
                <a:latin typeface="Work Sans" pitchFamily="2" charset="0"/>
              </a:rPr>
              <a:t> 	     </a:t>
            </a:r>
            <a:r>
              <a:rPr lang="vi-VN" sz="1800" b="1" dirty="0">
                <a:latin typeface="Work Sans" pitchFamily="2" charset="0"/>
              </a:rPr>
              <a:t>- </a:t>
            </a:r>
            <a:r>
              <a:rPr lang="en-US" sz="1800" b="1" dirty="0">
                <a:latin typeface="Work Sans" pitchFamily="2" charset="0"/>
              </a:rPr>
              <a:t>	</a:t>
            </a:r>
            <a:r>
              <a:rPr lang="vi-VN" sz="1800" b="1" dirty="0">
                <a:latin typeface="Work Sans" pitchFamily="2" charset="0"/>
              </a:rPr>
              <a:t>21127609 </a:t>
            </a:r>
            <a:endParaRPr lang="en-US" sz="1800" b="1" dirty="0">
              <a:latin typeface="Work Sans" pitchFamily="2" charset="0"/>
            </a:endParaRPr>
          </a:p>
          <a:p>
            <a:r>
              <a:rPr lang="vi-VN" sz="1800" b="1" dirty="0">
                <a:latin typeface="Work Sans" pitchFamily="2" charset="0"/>
              </a:rPr>
              <a:t>Lê Phước Quang Huy</a:t>
            </a:r>
            <a:r>
              <a:rPr lang="en-US" sz="1800" b="1" dirty="0">
                <a:latin typeface="Work Sans" pitchFamily="2" charset="0"/>
              </a:rPr>
              <a:t> 	     </a:t>
            </a:r>
            <a:r>
              <a:rPr lang="vi-VN" sz="1800" b="1" dirty="0">
                <a:latin typeface="Work Sans" pitchFamily="2" charset="0"/>
              </a:rPr>
              <a:t>- </a:t>
            </a:r>
            <a:r>
              <a:rPr lang="en-US" sz="1800" b="1" dirty="0">
                <a:latin typeface="Work Sans" pitchFamily="2" charset="0"/>
              </a:rPr>
              <a:t>	</a:t>
            </a:r>
            <a:r>
              <a:rPr lang="vi-VN" sz="1800" b="1" dirty="0">
                <a:latin typeface="Work Sans" pitchFamily="2" charset="0"/>
              </a:rPr>
              <a:t>21127616</a:t>
            </a:r>
            <a:endParaRPr lang="en-US" sz="1800" b="1" dirty="0">
              <a:latin typeface="Work Sans" pitchFamily="2" charset="0"/>
            </a:endParaRPr>
          </a:p>
          <a:p>
            <a:pPr marL="127000" indent="0">
              <a:buNone/>
            </a:pPr>
            <a:endParaRPr lang="en-US" sz="1800" b="1" dirty="0">
              <a:latin typeface="Work Sans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1800" b="1" dirty="0">
                <a:latin typeface="Work Sans" pitchFamily="2" charset="0"/>
              </a:rPr>
              <a:t>Môn học: Phương pháp lập trình hướng đối tượng (OOP)</a:t>
            </a:r>
            <a:endParaRPr lang="en-US" sz="1800" b="1" dirty="0">
              <a:latin typeface="Work Sans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1800" b="1" dirty="0">
                <a:latin typeface="Work Sans" pitchFamily="2" charset="0"/>
              </a:rPr>
              <a:t>Giáo viên hướng dẫn: Thầy Trương Toàn </a:t>
            </a:r>
            <a:r>
              <a:rPr lang="vi-VN" sz="1800" b="1" dirty="0" err="1">
                <a:latin typeface="Work Sans" pitchFamily="2" charset="0"/>
              </a:rPr>
              <a:t>Thịn</a:t>
            </a:r>
            <a:r>
              <a:rPr lang="en-US" sz="1800" b="1" dirty="0">
                <a:latin typeface="Work Sans" pitchFamily="2" charset="0"/>
                <a:cs typeface="Times New Roman" panose="02020603050405020304" pitchFamily="18" charset="0"/>
              </a:rPr>
              <a:t>h</a:t>
            </a:r>
            <a:endParaRPr lang="en-US" sz="1800" b="1" dirty="0">
              <a:latin typeface="Work Sans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ctrTitle" idx="4294967295"/>
          </p:nvPr>
        </p:nvSpPr>
        <p:spPr>
          <a:xfrm>
            <a:off x="1422400" y="464073"/>
            <a:ext cx="6107290" cy="8030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en-US" sz="4000" dirty="0"/>
              <a:t>hức Năng </a:t>
            </a:r>
            <a:r>
              <a:rPr lang="en-US" dirty="0"/>
              <a:t>C</a:t>
            </a:r>
            <a:r>
              <a:rPr lang="en-US" sz="4000" dirty="0"/>
              <a:t>hính Game </a:t>
            </a:r>
            <a:endParaRPr sz="72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4294967295"/>
          </p:nvPr>
        </p:nvSpPr>
        <p:spPr>
          <a:xfrm>
            <a:off x="1319389" y="1067414"/>
            <a:ext cx="6505222" cy="30086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indent="-342900"/>
            <a:r>
              <a:rPr lang="en-US" sz="1600" b="1" dirty="0"/>
              <a:t>Thao </a:t>
            </a:r>
            <a:r>
              <a:rPr lang="en-US" sz="1600" b="1" dirty="0" err="1"/>
              <a:t>tác</a:t>
            </a:r>
            <a:r>
              <a:rPr lang="en-US" sz="1600" b="1" dirty="0"/>
              <a:t> với game bằng </a:t>
            </a:r>
            <a:r>
              <a:rPr lang="en-US" sz="1600" b="1" dirty="0" err="1"/>
              <a:t>bàn</a:t>
            </a:r>
            <a:r>
              <a:rPr lang="en-US" sz="1600" b="1" dirty="0"/>
              <a:t> </a:t>
            </a:r>
            <a:r>
              <a:rPr lang="en-US" sz="1600" b="1" dirty="0" err="1"/>
              <a:t>phím</a:t>
            </a:r>
            <a:r>
              <a:rPr lang="en-US" sz="1600" b="1" dirty="0"/>
              <a:t>.</a:t>
            </a:r>
          </a:p>
          <a:p>
            <a:pPr marL="342900" indent="-342900"/>
            <a:r>
              <a:rPr lang="en-US" sz="1600" b="1" dirty="0"/>
              <a:t>Đến lane cuối cùng sẽ sang level </a:t>
            </a:r>
            <a:r>
              <a:rPr lang="en-US" sz="1600" b="1" dirty="0" err="1"/>
              <a:t>cao</a:t>
            </a:r>
            <a:r>
              <a:rPr lang="en-US" sz="1600" b="1" dirty="0"/>
              <a:t> hơn, level 3 sẽ win game.</a:t>
            </a:r>
          </a:p>
          <a:p>
            <a:pPr marL="342900" indent="-342900"/>
            <a:r>
              <a:rPr lang="en-US" sz="1600" b="1" dirty="0"/>
              <a:t>Người chơi sẽ thua khi </a:t>
            </a:r>
            <a:r>
              <a:rPr lang="en-US" sz="1600" b="1" dirty="0" err="1"/>
              <a:t>va</a:t>
            </a:r>
            <a:r>
              <a:rPr lang="en-US" sz="1600" b="1" dirty="0"/>
              <a:t> </a:t>
            </a:r>
            <a:r>
              <a:rPr lang="en-US" sz="1600" b="1" dirty="0" err="1"/>
              <a:t>chạm</a:t>
            </a:r>
            <a:r>
              <a:rPr lang="en-US" sz="1600" b="1" dirty="0"/>
              <a:t> với Enemy</a:t>
            </a:r>
          </a:p>
          <a:p>
            <a:pPr marL="342900" indent="-342900"/>
            <a:r>
              <a:rPr lang="en-US" sz="1600" b="1" dirty="0"/>
              <a:t>Chức năng Save và Load game.</a:t>
            </a:r>
          </a:p>
          <a:p>
            <a:pPr marL="342900" indent="-342900"/>
            <a:r>
              <a:rPr lang="en-US" sz="1600" b="1" dirty="0"/>
              <a:t>Pause game bao </a:t>
            </a:r>
            <a:r>
              <a:rPr lang="en-US" sz="1600" b="1" dirty="0" err="1"/>
              <a:t>gồm</a:t>
            </a:r>
            <a:r>
              <a:rPr lang="en-US" sz="1600" b="1" dirty="0"/>
              <a:t> resume và exit.</a:t>
            </a:r>
          </a:p>
          <a:p>
            <a:pPr marL="342900" indent="-342900"/>
            <a:r>
              <a:rPr lang="en-US" sz="1600" b="1" dirty="0"/>
              <a:t>Board game ở bên phải </a:t>
            </a:r>
            <a:r>
              <a:rPr lang="en-US" sz="1600" b="1" dirty="0" err="1"/>
              <a:t>màn</a:t>
            </a:r>
            <a:r>
              <a:rPr lang="en-US" sz="1600" b="1" dirty="0"/>
              <a:t> hình để </a:t>
            </a:r>
            <a:r>
              <a:rPr lang="en-US" sz="1600" b="1" dirty="0" err="1"/>
              <a:t>hướng</a:t>
            </a:r>
            <a:r>
              <a:rPr lang="en-US" sz="1600" b="1" dirty="0"/>
              <a:t> dẫn.</a:t>
            </a:r>
          </a:p>
          <a:p>
            <a:pPr marL="342900" indent="-342900"/>
            <a:r>
              <a:rPr lang="en-US" sz="1600" b="1" dirty="0"/>
              <a:t>Settings để </a:t>
            </a:r>
            <a:r>
              <a:rPr lang="en-US" sz="1600" b="1" dirty="0" err="1"/>
              <a:t>chỉnh</a:t>
            </a:r>
            <a:r>
              <a:rPr lang="en-US" sz="1600" b="1" dirty="0"/>
              <a:t> độ khó và </a:t>
            </a:r>
            <a:r>
              <a:rPr lang="en-US" sz="1600" b="1" dirty="0" err="1"/>
              <a:t>âm</a:t>
            </a:r>
            <a:r>
              <a:rPr lang="en-US" sz="1600" b="1" dirty="0"/>
              <a:t> </a:t>
            </a:r>
            <a:r>
              <a:rPr lang="en-US" sz="1600" b="1" dirty="0" err="1"/>
              <a:t>thanh</a:t>
            </a:r>
            <a:r>
              <a:rPr lang="en-US" sz="1600" b="1" dirty="0"/>
              <a:t>.</a:t>
            </a:r>
          </a:p>
          <a:p>
            <a:pPr marL="342900" indent="-342900"/>
            <a:r>
              <a:rPr lang="en-US" sz="1600" b="1" dirty="0"/>
              <a:t>1 vài xử lý liên </a:t>
            </a:r>
            <a:r>
              <a:rPr lang="en-US" sz="1600" b="1" dirty="0" err="1"/>
              <a:t>quan</a:t>
            </a:r>
            <a:r>
              <a:rPr lang="en-US" sz="1600" b="1" dirty="0"/>
              <a:t> về mặt hình ảnh…</a:t>
            </a:r>
            <a:endParaRPr sz="1600" b="1" dirty="0"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377FE849-4C4F-A98E-689D-17BA51A98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8932" y="462845"/>
            <a:ext cx="2506133" cy="991115"/>
          </a:xfrm>
        </p:spPr>
        <p:txBody>
          <a:bodyPr/>
          <a:lstStyle/>
          <a:p>
            <a:r>
              <a:rPr lang="en-US" sz="7200" dirty="0"/>
              <a:t>UML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CCD173D-2989-F12D-6D40-AF989D442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45" y="1575329"/>
            <a:ext cx="7293905" cy="3105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869150" y="681356"/>
            <a:ext cx="5092200" cy="955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Menu Game</a:t>
            </a:r>
            <a:endParaRPr sz="6000" dirty="0"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652105" y="1887244"/>
            <a:ext cx="7405800" cy="2506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" dirty="0"/>
              <a:t>Sử dụng vòng lặp, và 1 số hàm như gotoXY, txtColor và lệnh bắt phím nhấn _getch() để xử lý việc người dùng giao tiếp với menu.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" dirty="0"/>
              <a:t>Sẽ có 1 biến tạm để tăng hoặc giảm tùy theo khi nhấn </a:t>
            </a:r>
            <a:r>
              <a:rPr lang="en" b="1" dirty="0"/>
              <a:t>W</a:t>
            </a:r>
            <a:r>
              <a:rPr lang="en" dirty="0"/>
              <a:t> hoặc </a:t>
            </a:r>
            <a:r>
              <a:rPr lang="en" b="1" dirty="0"/>
              <a:t>S</a:t>
            </a:r>
            <a:r>
              <a:rPr lang="en" dirty="0"/>
              <a:t>, khi biến tạm bằng với vị trí chứa phương thức tương ứng và nhấn </a:t>
            </a:r>
            <a:r>
              <a:rPr lang="en" b="1" dirty="0"/>
              <a:t>Enter </a:t>
            </a:r>
            <a:r>
              <a:rPr lang="en" dirty="0"/>
              <a:t>thì sẽ thực hiện phương thức đó.</a:t>
            </a:r>
            <a:endParaRPr b="1" dirty="0"/>
          </a:p>
        </p:txBody>
      </p:sp>
      <p:grpSp>
        <p:nvGrpSpPr>
          <p:cNvPr id="106" name="Google Shape;106;p17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07" name="Google Shape;107;p17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" name="Tiêu đề 2">
            <a:extLst>
              <a:ext uri="{FF2B5EF4-FFF2-40B4-BE49-F238E27FC236}">
                <a16:creationId xmlns:a16="http://schemas.microsoft.com/office/drawing/2014/main" id="{A11B44FF-78C8-B4C9-4D21-57092D7199FD}"/>
              </a:ext>
            </a:extLst>
          </p:cNvPr>
          <p:cNvSpPr txBox="1">
            <a:spLocks/>
          </p:cNvSpPr>
          <p:nvPr/>
        </p:nvSpPr>
        <p:spPr>
          <a:xfrm>
            <a:off x="2314222" y="451556"/>
            <a:ext cx="4752121" cy="99111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 b="1" dirty="0"/>
              <a:t>Menu Game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9A5383-8A1B-6234-69C9-3C8C3668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622" y="1442671"/>
            <a:ext cx="5734755" cy="3125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69149" y="1615135"/>
            <a:ext cx="5418761" cy="2831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dirty="0"/>
              <a:t>Trong vòng </a:t>
            </a:r>
            <a:r>
              <a:rPr lang="en-US" dirty="0" err="1"/>
              <a:t>lặp</a:t>
            </a:r>
            <a:r>
              <a:rPr lang="en-US" dirty="0"/>
              <a:t> dùng 1 </a:t>
            </a:r>
            <a:r>
              <a:rPr lang="en-US" dirty="0" err="1"/>
              <a:t>hàm</a:t>
            </a:r>
            <a:r>
              <a:rPr lang="en-US" dirty="0"/>
              <a:t> nhận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từ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b="1" dirty="0"/>
              <a:t>( W S A D )</a:t>
            </a:r>
            <a:r>
              <a:rPr lang="en-US" dirty="0"/>
              <a:t>, nhấn 1 trong 4 </a:t>
            </a:r>
            <a:r>
              <a:rPr lang="en-US" dirty="0" err="1"/>
              <a:t>phím</a:t>
            </a:r>
            <a:r>
              <a:rPr lang="en-US" dirty="0"/>
              <a:t> trên sẽ có 1 </a:t>
            </a:r>
            <a:r>
              <a:rPr lang="en-US" dirty="0" err="1"/>
              <a:t>phương</a:t>
            </a:r>
            <a:r>
              <a:rPr lang="en-US" dirty="0"/>
              <a:t> thức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lại </a:t>
            </a:r>
            <a:r>
              <a:rPr lang="en-US" dirty="0" err="1"/>
              <a:t>vị</a:t>
            </a:r>
            <a:r>
              <a:rPr lang="en-US" dirty="0"/>
              <a:t> trí của Player. Trước khi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phải xóa Player tại </a:t>
            </a:r>
            <a:r>
              <a:rPr lang="en-US" dirty="0" err="1"/>
              <a:t>vị</a:t>
            </a:r>
            <a:r>
              <a:rPr lang="en-US" dirty="0"/>
              <a:t> trí cũ, cuối cùng là in Player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trí mới.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đến khi Player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(_</a:t>
            </a:r>
            <a:r>
              <a:rPr lang="en-US" b="1" dirty="0" err="1"/>
              <a:t>kbhit</a:t>
            </a:r>
            <a:r>
              <a:rPr lang="en-US" b="1" dirty="0"/>
              <a:t>())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Map.deletePlayer</a:t>
            </a:r>
            <a:r>
              <a:rPr lang="en-US" b="1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Map.updatePositionPlayer</a:t>
            </a:r>
            <a:r>
              <a:rPr lang="en-US" b="1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Map.drawPlayer</a:t>
            </a:r>
            <a:r>
              <a:rPr lang="en-US" b="1" dirty="0"/>
              <a:t>()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69150" y="733301"/>
            <a:ext cx="4779942" cy="6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 Chuyển Player</a:t>
            </a:r>
            <a:endParaRPr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019892" y="558334"/>
            <a:ext cx="4673694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 Chuyển Player</a:t>
            </a:r>
            <a:endParaRPr dirty="0"/>
          </a:p>
        </p:txBody>
      </p:sp>
      <p:grpSp>
        <p:nvGrpSpPr>
          <p:cNvPr id="151" name="Google Shape;151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2" name="Google Shape;152;p2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CB3BC493-DBFB-5E03-91A8-C8117EC4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22" y="1202392"/>
            <a:ext cx="6197600" cy="3382773"/>
          </a:xfrm>
          <a:prstGeom prst="rect">
            <a:avLst/>
          </a:prstGeom>
        </p:spPr>
      </p:pic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43C05A87-52B9-B786-91D6-743D30FC5130}"/>
              </a:ext>
            </a:extLst>
          </p:cNvPr>
          <p:cNvCxnSpPr/>
          <p:nvPr/>
        </p:nvCxnSpPr>
        <p:spPr>
          <a:xfrm>
            <a:off x="3005418" y="3563471"/>
            <a:ext cx="0" cy="161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592329E0-D64C-5937-DD2D-EAA1600D7331}"/>
              </a:ext>
            </a:extLst>
          </p:cNvPr>
          <p:cNvCxnSpPr/>
          <p:nvPr/>
        </p:nvCxnSpPr>
        <p:spPr>
          <a:xfrm>
            <a:off x="3005418" y="3563471"/>
            <a:ext cx="235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019892" y="558334"/>
            <a:ext cx="4673694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 Chuyển Player</a:t>
            </a:r>
            <a:endParaRPr dirty="0"/>
          </a:p>
        </p:txBody>
      </p:sp>
      <p:grpSp>
        <p:nvGrpSpPr>
          <p:cNvPr id="151" name="Google Shape;151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2" name="Google Shape;152;p2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B9803B8F-AD38-3B76-C873-3F9D6F22B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292350"/>
            <a:ext cx="6175022" cy="335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9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69149" y="1615135"/>
            <a:ext cx="5418761" cy="2831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b="1" dirty="0" err="1"/>
              <a:t>Khởi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các </a:t>
            </a:r>
            <a:r>
              <a:rPr lang="en-US" b="1" dirty="0" err="1"/>
              <a:t>thuộc</a:t>
            </a:r>
            <a:r>
              <a:rPr lang="en-US" b="1" dirty="0"/>
              <a:t> tính của 1 lane </a:t>
            </a:r>
            <a:r>
              <a:rPr lang="en-US" b="1" dirty="0" err="1"/>
              <a:t>cho</a:t>
            </a:r>
            <a:r>
              <a:rPr lang="en-US" b="1" dirty="0"/>
              <a:t> map như: speed, </a:t>
            </a:r>
            <a:r>
              <a:rPr lang="en-US" b="1" dirty="0" err="1"/>
              <a:t>hướng</a:t>
            </a:r>
            <a:r>
              <a:rPr lang="en-US" b="1" dirty="0"/>
              <a:t> di </a:t>
            </a:r>
            <a:r>
              <a:rPr lang="en-US" b="1" dirty="0" err="1"/>
              <a:t>chuyển</a:t>
            </a:r>
            <a:r>
              <a:rPr lang="en-US" b="1" dirty="0"/>
              <a:t>, red light, </a:t>
            </a:r>
            <a:r>
              <a:rPr lang="en-US" b="1" dirty="0" err="1"/>
              <a:t>tọa</a:t>
            </a:r>
            <a:r>
              <a:rPr lang="en-US" b="1" dirty="0"/>
              <a:t> độ </a:t>
            </a:r>
            <a:r>
              <a:rPr lang="en-US" b="1" dirty="0" err="1"/>
              <a:t>trục</a:t>
            </a:r>
            <a:r>
              <a:rPr lang="en-US" b="1" dirty="0"/>
              <a:t> </a:t>
            </a:r>
            <a:r>
              <a:rPr lang="en-US" b="1" dirty="0" err="1"/>
              <a:t>dọc</a:t>
            </a:r>
            <a:r>
              <a:rPr lang="en-US" b="1" dirty="0"/>
              <a:t> của lane. Tất cả đều random trừ </a:t>
            </a:r>
            <a:r>
              <a:rPr lang="en-US" b="1" dirty="0" err="1"/>
              <a:t>tọa</a:t>
            </a:r>
            <a:r>
              <a:rPr lang="en-US" b="1" dirty="0"/>
              <a:t> độ.</a:t>
            </a:r>
          </a:p>
          <a:p>
            <a:pPr marL="285750" indent="-285750"/>
            <a:r>
              <a:rPr lang="en-US" b="1" dirty="0"/>
              <a:t>Dùng 1 vòng while để random type của Enemy,  lane mà Enemy sẽ được </a:t>
            </a:r>
            <a:r>
              <a:rPr lang="en-US" b="1" dirty="0" err="1"/>
              <a:t>khởi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và </a:t>
            </a:r>
            <a:r>
              <a:rPr lang="en-US" b="1" dirty="0" err="1"/>
              <a:t>tọa</a:t>
            </a:r>
            <a:r>
              <a:rPr lang="en-US" b="1" dirty="0"/>
              <a:t> độ </a:t>
            </a:r>
            <a:r>
              <a:rPr lang="en-US" b="1" dirty="0" err="1"/>
              <a:t>trục</a:t>
            </a:r>
            <a:r>
              <a:rPr lang="en-US" b="1" dirty="0"/>
              <a:t> </a:t>
            </a:r>
            <a:r>
              <a:rPr lang="en-US" b="1" dirty="0" err="1"/>
              <a:t>ngang</a:t>
            </a:r>
            <a:r>
              <a:rPr lang="en-US" b="1" dirty="0"/>
              <a:t>.</a:t>
            </a:r>
          </a:p>
          <a:p>
            <a:pPr marL="285750" indent="-285750"/>
            <a:r>
              <a:rPr lang="en-US" b="1" dirty="0"/>
              <a:t>Sau đó sẽ push Enemy vào Map.</a:t>
            </a:r>
          </a:p>
          <a:p>
            <a:pPr marL="285750" indent="-285750"/>
            <a:r>
              <a:rPr lang="en-US" b="1" dirty="0" err="1"/>
              <a:t>Phương</a:t>
            </a:r>
            <a:r>
              <a:rPr lang="en-US" b="1" dirty="0"/>
              <a:t> thức </a:t>
            </a:r>
            <a:r>
              <a:rPr lang="en-US" b="1" dirty="0" err="1"/>
              <a:t>pushEnemy</a:t>
            </a:r>
            <a:r>
              <a:rPr lang="en-US" b="1" dirty="0"/>
              <a:t> cũng sẽ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các </a:t>
            </a:r>
            <a:r>
              <a:rPr lang="en-US" b="1" dirty="0" err="1"/>
              <a:t>yếu</a:t>
            </a:r>
            <a:r>
              <a:rPr lang="en-US" b="1" dirty="0"/>
              <a:t> </a:t>
            </a:r>
            <a:r>
              <a:rPr lang="en-US" b="1" dirty="0" err="1"/>
              <a:t>tố</a:t>
            </a:r>
            <a:r>
              <a:rPr lang="en-US" b="1" dirty="0"/>
              <a:t> như </a:t>
            </a:r>
            <a:r>
              <a:rPr lang="en-US" b="1" dirty="0" err="1"/>
              <a:t>khoảng</a:t>
            </a:r>
            <a:r>
              <a:rPr lang="en-US" b="1" dirty="0"/>
              <a:t> cách </a:t>
            </a:r>
            <a:r>
              <a:rPr lang="en-US" b="1" dirty="0" err="1"/>
              <a:t>giữa</a:t>
            </a:r>
            <a:r>
              <a:rPr lang="en-US" b="1" dirty="0"/>
              <a:t> 2 Enemy hay là việc Enemy còn trong map hay không …</a:t>
            </a:r>
          </a:p>
          <a:p>
            <a:pPr marL="285750" indent="-285750"/>
            <a:endParaRPr lang="en-US" b="1"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69150" y="733301"/>
            <a:ext cx="4779942" cy="6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Khởi Tạo Map</a:t>
            </a:r>
            <a:endParaRPr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5027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019892" y="558334"/>
            <a:ext cx="4673694" cy="734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Khởi Tạo Map</a:t>
            </a:r>
            <a:endParaRPr dirty="0"/>
          </a:p>
        </p:txBody>
      </p:sp>
      <p:grpSp>
        <p:nvGrpSpPr>
          <p:cNvPr id="151" name="Google Shape;151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2" name="Google Shape;152;p2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43C05A87-52B9-B786-91D6-743D30FC5130}"/>
              </a:ext>
            </a:extLst>
          </p:cNvPr>
          <p:cNvCxnSpPr/>
          <p:nvPr/>
        </p:nvCxnSpPr>
        <p:spPr>
          <a:xfrm>
            <a:off x="3005418" y="3563471"/>
            <a:ext cx="0" cy="161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592329E0-D64C-5937-DD2D-EAA1600D7331}"/>
              </a:ext>
            </a:extLst>
          </p:cNvPr>
          <p:cNvCxnSpPr/>
          <p:nvPr/>
        </p:nvCxnSpPr>
        <p:spPr>
          <a:xfrm>
            <a:off x="3005418" y="3563471"/>
            <a:ext cx="235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Hình ảnh 2">
            <a:extLst>
              <a:ext uri="{FF2B5EF4-FFF2-40B4-BE49-F238E27FC236}">
                <a16:creationId xmlns:a16="http://schemas.microsoft.com/office/drawing/2014/main" id="{200DAB17-BA64-8822-FB14-AF4395A4C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23" y="1252255"/>
            <a:ext cx="6393292" cy="347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14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69149" y="1615135"/>
            <a:ext cx="5491310" cy="2831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dirty="0"/>
              <a:t>Dùng </a:t>
            </a:r>
            <a:r>
              <a:rPr lang="en-US" dirty="0" err="1"/>
              <a:t>phương</a:t>
            </a:r>
            <a:r>
              <a:rPr lang="en-US" dirty="0"/>
              <a:t> thức </a:t>
            </a:r>
            <a:r>
              <a:rPr lang="en-US" b="1" dirty="0" err="1"/>
              <a:t>StepNewState</a:t>
            </a:r>
            <a:r>
              <a:rPr lang="en-US" b="1" dirty="0"/>
              <a:t>(int t)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b="1" dirty="0"/>
              <a:t>class Lane.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thức này sẽ </a:t>
            </a:r>
            <a:r>
              <a:rPr lang="en-US" dirty="0" err="1"/>
              <a:t>nằm</a:t>
            </a:r>
            <a:r>
              <a:rPr lang="en-US" dirty="0"/>
              <a:t> trong 1 vòng while và biến t sẽ được </a:t>
            </a:r>
            <a:r>
              <a:rPr lang="en-US" dirty="0" err="1"/>
              <a:t>tăng</a:t>
            </a:r>
            <a:r>
              <a:rPr lang="en-US" dirty="0"/>
              <a:t> lên sau </a:t>
            </a:r>
            <a:r>
              <a:rPr lang="en-US" dirty="0" err="1"/>
              <a:t>mỗi</a:t>
            </a:r>
            <a:r>
              <a:rPr lang="en-US" dirty="0"/>
              <a:t> lần </a:t>
            </a:r>
            <a:r>
              <a:rPr lang="en-US" dirty="0" err="1"/>
              <a:t>lặp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Xử lý phần </a:t>
            </a:r>
            <a:r>
              <a:rPr lang="en-US" sz="1500" b="1" dirty="0"/>
              <a:t>đèn </a:t>
            </a:r>
            <a:r>
              <a:rPr lang="en-US" sz="1500" b="1" dirty="0" err="1"/>
              <a:t>xanh</a:t>
            </a:r>
            <a:r>
              <a:rPr lang="en-US" sz="1500" b="1" dirty="0"/>
              <a:t> đèn </a:t>
            </a:r>
            <a:r>
              <a:rPr lang="en-US" sz="1500" b="1" dirty="0" err="1"/>
              <a:t>đỏ</a:t>
            </a:r>
            <a:r>
              <a:rPr lang="en-US" sz="1500" b="1" dirty="0"/>
              <a:t> </a:t>
            </a:r>
            <a:r>
              <a:rPr lang="en-US" sz="1500" dirty="0"/>
              <a:t>bằng hình thức random. Nếu đèn </a:t>
            </a:r>
            <a:r>
              <a:rPr lang="en-US" sz="1500" dirty="0" err="1"/>
              <a:t>đỏ</a:t>
            </a:r>
            <a:r>
              <a:rPr lang="en-US" sz="1500" dirty="0"/>
              <a:t> thì ko tiếp </a:t>
            </a:r>
            <a:r>
              <a:rPr lang="en-US" sz="1500" dirty="0" err="1"/>
              <a:t>tục</a:t>
            </a:r>
            <a:r>
              <a:rPr lang="en-US" sz="1500" dirty="0"/>
              <a:t> việc di </a:t>
            </a:r>
            <a:r>
              <a:rPr lang="en-US" sz="1500" dirty="0" err="1"/>
              <a:t>chuyển</a:t>
            </a:r>
            <a:endParaRPr lang="en-US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Xử lý phần </a:t>
            </a:r>
            <a:r>
              <a:rPr lang="en-US" sz="1500" dirty="0" err="1"/>
              <a:t>tốc</a:t>
            </a:r>
            <a:r>
              <a:rPr lang="en-US" sz="1500" dirty="0"/>
              <a:t> độ của </a:t>
            </a:r>
            <a:r>
              <a:rPr lang="en-US" sz="1500" b="1" dirty="0"/>
              <a:t>Enemy</a:t>
            </a:r>
            <a:r>
              <a:rPr lang="en-US" sz="1500" dirty="0"/>
              <a:t> bằng cách lấy biến </a:t>
            </a:r>
            <a:r>
              <a:rPr lang="en-US" sz="1500" b="1" dirty="0"/>
              <a:t>t % speed == 0 </a:t>
            </a:r>
            <a:r>
              <a:rPr lang="en-US" sz="1500" dirty="0"/>
              <a:t>thì sẽ </a:t>
            </a:r>
            <a:r>
              <a:rPr lang="en-US" sz="1500" dirty="0" err="1"/>
              <a:t>thực</a:t>
            </a:r>
            <a:r>
              <a:rPr lang="en-US" sz="1500" dirty="0"/>
              <a:t> hiện việc di </a:t>
            </a:r>
            <a:r>
              <a:rPr lang="en-US" sz="1500" dirty="0" err="1"/>
              <a:t>chuyển</a:t>
            </a:r>
            <a:r>
              <a:rPr lang="en-US" sz="1500" dirty="0"/>
              <a:t> </a:t>
            </a:r>
            <a:r>
              <a:rPr lang="en-US" sz="1500" dirty="0">
                <a:sym typeface="Wingdings" panose="05000000000000000000" pitchFamily="2" charset="2"/>
              </a:rPr>
              <a:t> </a:t>
            </a:r>
            <a:r>
              <a:rPr lang="en-US" sz="1500" b="1" dirty="0">
                <a:sym typeface="Wingdings" panose="05000000000000000000" pitchFamily="2" charset="2"/>
              </a:rPr>
              <a:t>speed</a:t>
            </a:r>
            <a:r>
              <a:rPr lang="en-US" sz="1500" dirty="0">
                <a:sym typeface="Wingdings" panose="05000000000000000000" pitchFamily="2" charset="2"/>
              </a:rPr>
              <a:t> càng </a:t>
            </a:r>
            <a:r>
              <a:rPr lang="en-US" sz="1500" dirty="0" err="1">
                <a:sym typeface="Wingdings" panose="05000000000000000000" pitchFamily="2" charset="2"/>
              </a:rPr>
              <a:t>nhỏ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lang="en-US" sz="1500" dirty="0" err="1">
                <a:sym typeface="Wingdings" panose="05000000000000000000" pitchFamily="2" charset="2"/>
              </a:rPr>
              <a:t>tốc</a:t>
            </a:r>
            <a:r>
              <a:rPr lang="en-US" sz="1500" dirty="0">
                <a:sym typeface="Wingdings" panose="05000000000000000000" pitchFamily="2" charset="2"/>
              </a:rPr>
              <a:t> độ càng nhanh và </a:t>
            </a:r>
            <a:r>
              <a:rPr lang="en-US" sz="1500" dirty="0" err="1">
                <a:sym typeface="Wingdings" panose="05000000000000000000" pitchFamily="2" charset="2"/>
              </a:rPr>
              <a:t>ngược</a:t>
            </a:r>
            <a:r>
              <a:rPr lang="en-US" sz="1500" dirty="0">
                <a:sym typeface="Wingdings" panose="05000000000000000000" pitchFamily="2" charset="2"/>
              </a:rPr>
              <a:t> lại</a:t>
            </a:r>
            <a:r>
              <a:rPr lang="en-US" sz="1500" b="1" dirty="0">
                <a:sym typeface="Wingdings" panose="05000000000000000000" pitchFamily="2" charset="2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ym typeface="Wingdings" panose="05000000000000000000" pitchFamily="2" charset="2"/>
              </a:rPr>
              <a:t>Sau đó dùng vòng </a:t>
            </a:r>
            <a:r>
              <a:rPr lang="en-US" sz="1500" dirty="0" err="1">
                <a:sym typeface="Wingdings" panose="05000000000000000000" pitchFamily="2" charset="2"/>
              </a:rPr>
              <a:t>lặp</a:t>
            </a:r>
            <a:r>
              <a:rPr lang="en-US" sz="1500" dirty="0">
                <a:sym typeface="Wingdings" panose="05000000000000000000" pitchFamily="2" charset="2"/>
              </a:rPr>
              <a:t> để </a:t>
            </a:r>
            <a:r>
              <a:rPr lang="en-US" sz="1500" dirty="0" err="1">
                <a:sym typeface="Wingdings" panose="05000000000000000000" pitchFamily="2" charset="2"/>
              </a:rPr>
              <a:t>duyệt</a:t>
            </a:r>
            <a:r>
              <a:rPr lang="en-US" sz="1500" dirty="0">
                <a:sym typeface="Wingdings" panose="05000000000000000000" pitchFamily="2" charset="2"/>
              </a:rPr>
              <a:t> hết các </a:t>
            </a:r>
            <a:r>
              <a:rPr lang="en-US" sz="1500" b="1" dirty="0">
                <a:sym typeface="Wingdings" panose="05000000000000000000" pitchFamily="2" charset="2"/>
              </a:rPr>
              <a:t>Enemy</a:t>
            </a:r>
            <a:r>
              <a:rPr lang="en-US" sz="1500" dirty="0">
                <a:sym typeface="Wingdings" panose="05000000000000000000" pitchFamily="2" charset="2"/>
              </a:rPr>
              <a:t> có trong </a:t>
            </a:r>
            <a:r>
              <a:rPr lang="en-US" sz="1500" b="1" dirty="0">
                <a:sym typeface="Wingdings" panose="05000000000000000000" pitchFamily="2" charset="2"/>
              </a:rPr>
              <a:t>Lane</a:t>
            </a:r>
            <a:endParaRPr lang="en-US" sz="1500" b="1"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31159"/>
            <a:ext cx="4779942" cy="1041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Di chuyển Enemy trên 1 Lane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5176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69149" y="1615135"/>
            <a:ext cx="5491310" cy="2831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Trong vòng </a:t>
            </a:r>
            <a:r>
              <a:rPr lang="en-US" sz="1500" dirty="0" err="1"/>
              <a:t>lặp</a:t>
            </a:r>
            <a:r>
              <a:rPr lang="en-US" sz="1500" dirty="0"/>
              <a:t> </a:t>
            </a:r>
            <a:r>
              <a:rPr lang="en-US" sz="1500" dirty="0" err="1"/>
              <a:t>kiểm</a:t>
            </a:r>
            <a:r>
              <a:rPr lang="en-US" sz="1500" dirty="0"/>
              <a:t> </a:t>
            </a:r>
            <a:r>
              <a:rPr lang="en-US" sz="1500" dirty="0" err="1"/>
              <a:t>tra</a:t>
            </a:r>
            <a:r>
              <a:rPr lang="en-US" sz="1500" dirty="0"/>
              <a:t> </a:t>
            </a:r>
            <a:r>
              <a:rPr lang="en-US" sz="1500" dirty="0" err="1"/>
              <a:t>hướng</a:t>
            </a:r>
            <a:r>
              <a:rPr lang="en-US" sz="1500" dirty="0"/>
              <a:t> di </a:t>
            </a:r>
            <a:r>
              <a:rPr lang="en-US" sz="1500" dirty="0" err="1"/>
              <a:t>chuyển</a:t>
            </a:r>
            <a:r>
              <a:rPr lang="en-US" sz="1500" dirty="0"/>
              <a:t> của </a:t>
            </a:r>
            <a:r>
              <a:rPr lang="en-US" sz="1500" b="1" dirty="0"/>
              <a:t>Lane</a:t>
            </a:r>
            <a:r>
              <a:rPr lang="en-US" sz="1500" dirty="0"/>
              <a:t> đó để có thể Update </a:t>
            </a:r>
            <a:r>
              <a:rPr lang="en-US" sz="1500" dirty="0" err="1"/>
              <a:t>vị</a:t>
            </a:r>
            <a:r>
              <a:rPr lang="en-US" sz="1500" dirty="0"/>
              <a:t> trí </a:t>
            </a:r>
            <a:r>
              <a:rPr lang="en-US" sz="1500" b="1" dirty="0"/>
              <a:t>Enemy </a:t>
            </a:r>
            <a:r>
              <a:rPr lang="en-US" sz="1500" dirty="0"/>
              <a:t>hợp lý.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Sau đó xóa đi </a:t>
            </a:r>
            <a:r>
              <a:rPr lang="en-US" sz="1500" b="1" dirty="0"/>
              <a:t>Enemy</a:t>
            </a:r>
            <a:r>
              <a:rPr lang="en-US" sz="1500" dirty="0"/>
              <a:t> ở </a:t>
            </a:r>
            <a:r>
              <a:rPr lang="en-US" sz="1500" dirty="0" err="1"/>
              <a:t>vị</a:t>
            </a:r>
            <a:r>
              <a:rPr lang="en-US" sz="1500" dirty="0"/>
              <a:t> trí cũ -&gt; Update </a:t>
            </a:r>
            <a:r>
              <a:rPr lang="en-US" sz="1500" dirty="0" err="1"/>
              <a:t>vị</a:t>
            </a:r>
            <a:r>
              <a:rPr lang="en-US" sz="1500" dirty="0"/>
              <a:t> trí mới </a:t>
            </a:r>
            <a:r>
              <a:rPr lang="en-US" sz="1500" dirty="0" err="1"/>
              <a:t>cho</a:t>
            </a:r>
            <a:r>
              <a:rPr lang="en-US" sz="1500" dirty="0"/>
              <a:t> </a:t>
            </a:r>
            <a:r>
              <a:rPr lang="en-US" sz="1500" b="1" dirty="0"/>
              <a:t>Enemy</a:t>
            </a:r>
            <a:r>
              <a:rPr lang="en-US" sz="1500" dirty="0"/>
              <a:t>, và in </a:t>
            </a:r>
            <a:r>
              <a:rPr lang="en-US" sz="1500" b="1" dirty="0"/>
              <a:t>Enemy</a:t>
            </a:r>
            <a:r>
              <a:rPr lang="en-US" sz="1500" dirty="0"/>
              <a:t> đó </a:t>
            </a:r>
            <a:r>
              <a:rPr lang="en-US" sz="1500" dirty="0" err="1"/>
              <a:t>ra.</a:t>
            </a:r>
            <a:endParaRPr lang="en-US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Và ở đây cũng sẽ </a:t>
            </a:r>
            <a:r>
              <a:rPr lang="en-US" sz="1500" dirty="0" err="1"/>
              <a:t>kiểm</a:t>
            </a:r>
            <a:r>
              <a:rPr lang="en-US" sz="1500" dirty="0"/>
              <a:t> </a:t>
            </a:r>
            <a:r>
              <a:rPr lang="en-US" sz="1500" dirty="0" err="1"/>
              <a:t>tra</a:t>
            </a:r>
            <a:r>
              <a:rPr lang="en-US" sz="1500" dirty="0"/>
              <a:t> xem </a:t>
            </a:r>
            <a:r>
              <a:rPr lang="en-US" sz="1500" b="1" dirty="0"/>
              <a:t>Enemy</a:t>
            </a:r>
            <a:r>
              <a:rPr lang="en-US" sz="1500" dirty="0"/>
              <a:t> đã đi </a:t>
            </a:r>
            <a:r>
              <a:rPr lang="en-US" sz="1500" dirty="0" err="1"/>
              <a:t>ra</a:t>
            </a:r>
            <a:r>
              <a:rPr lang="en-US" sz="1500" dirty="0"/>
              <a:t> khỏi </a:t>
            </a:r>
            <a:r>
              <a:rPr lang="en-US" sz="1500" b="1" dirty="0"/>
              <a:t>Map</a:t>
            </a:r>
            <a:r>
              <a:rPr lang="en-US" sz="1500" dirty="0"/>
              <a:t> hay chưa, nếu rồi thì xóa Enemy đó đi.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 err="1"/>
              <a:t>Phương</a:t>
            </a:r>
            <a:r>
              <a:rPr lang="en-US" sz="1500" dirty="0"/>
              <a:t> thức này giá </a:t>
            </a:r>
            <a:r>
              <a:rPr lang="en-US" sz="1500" dirty="0" err="1"/>
              <a:t>trị</a:t>
            </a:r>
            <a:r>
              <a:rPr lang="en-US" sz="1500" dirty="0"/>
              <a:t> trả về sẽ là số </a:t>
            </a:r>
            <a:r>
              <a:rPr lang="en-US" sz="1500" b="1" dirty="0"/>
              <a:t>Enemy </a:t>
            </a:r>
            <a:r>
              <a:rPr lang="en-US" sz="1500" dirty="0"/>
              <a:t>bị xóa (Số </a:t>
            </a:r>
            <a:r>
              <a:rPr lang="en-US" sz="1500" b="1" dirty="0"/>
              <a:t>Enemy</a:t>
            </a:r>
            <a:r>
              <a:rPr lang="en-US" sz="1500" dirty="0"/>
              <a:t> đi </a:t>
            </a:r>
            <a:r>
              <a:rPr lang="en-US" sz="1500" dirty="0" err="1"/>
              <a:t>ra</a:t>
            </a:r>
            <a:r>
              <a:rPr lang="en-US" sz="1500" dirty="0"/>
              <a:t> khỏi </a:t>
            </a:r>
            <a:r>
              <a:rPr lang="en-US" sz="1500" b="1" dirty="0"/>
              <a:t>Map</a:t>
            </a:r>
            <a:r>
              <a:rPr lang="en-US" sz="1500" dirty="0"/>
              <a:t>).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31159"/>
            <a:ext cx="4779942" cy="1041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Di chuyển Enemy trên 1 Lane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79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2" name="Google Shape;152;p2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B1DB92F1-BB0F-8D1B-6B7F-CB218595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65" y="1433695"/>
            <a:ext cx="6851276" cy="477581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7A313AFF-2D4F-2785-0308-1B7987F94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9" y="3232225"/>
            <a:ext cx="6851276" cy="40892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5F5993EC-7C96-F52B-31A0-B46BA93E4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42" y="2403204"/>
            <a:ext cx="6787122" cy="420189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0A980E1B-BB86-6191-616C-8439A16F9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19" y="4227042"/>
            <a:ext cx="6851276" cy="383440"/>
          </a:xfrm>
          <a:prstGeom prst="rect">
            <a:avLst/>
          </a:prstGeom>
        </p:spPr>
      </p:pic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2948875B-B067-BC76-8EE3-A14E898BBC97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3815603" y="1911276"/>
            <a:ext cx="0" cy="491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17FCBAA0-3DF2-25E5-CF02-F73D6126A761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3879757" y="3641149"/>
            <a:ext cx="0" cy="585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C86623A6-EED8-3857-8A7C-10C972B78017}"/>
              </a:ext>
            </a:extLst>
          </p:cNvPr>
          <p:cNvSpPr txBox="1"/>
          <p:nvPr/>
        </p:nvSpPr>
        <p:spPr>
          <a:xfrm>
            <a:off x="7507750" y="1860436"/>
            <a:ext cx="907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Work Sans" pitchFamily="2" charset="0"/>
              </a:rPr>
              <a:t>- Lane có đèn </a:t>
            </a:r>
            <a:r>
              <a:rPr lang="en-US" sz="1600" dirty="0" err="1">
                <a:latin typeface="Work Sans" pitchFamily="2" charset="0"/>
              </a:rPr>
              <a:t>xanh</a:t>
            </a:r>
            <a:endParaRPr lang="en-US" sz="1600" dirty="0">
              <a:latin typeface="Work Sans" pitchFamily="2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3DAE165-4C07-C0FD-68D4-1DEB975E551E}"/>
              </a:ext>
            </a:extLst>
          </p:cNvPr>
          <p:cNvSpPr txBox="1"/>
          <p:nvPr/>
        </p:nvSpPr>
        <p:spPr>
          <a:xfrm>
            <a:off x="7526173" y="3396045"/>
            <a:ext cx="907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Work Sans" pitchFamily="2" charset="0"/>
              </a:rPr>
              <a:t>- Lane có đèn </a:t>
            </a:r>
            <a:r>
              <a:rPr lang="en-US" sz="1600" dirty="0" err="1">
                <a:latin typeface="Work Sans" pitchFamily="2" charset="0"/>
              </a:rPr>
              <a:t>đỏ</a:t>
            </a:r>
            <a:endParaRPr lang="en-US" sz="1600" dirty="0">
              <a:latin typeface="Work Sans" pitchFamily="2" charset="0"/>
            </a:endParaRPr>
          </a:p>
        </p:txBody>
      </p:sp>
      <p:sp>
        <p:nvSpPr>
          <p:cNvPr id="19" name="Google Shape;136;p19">
            <a:extLst>
              <a:ext uri="{FF2B5EF4-FFF2-40B4-BE49-F238E27FC236}">
                <a16:creationId xmlns:a16="http://schemas.microsoft.com/office/drawing/2014/main" id="{22629970-63C9-BB55-71A3-350A0CB371C0}"/>
              </a:ext>
            </a:extLst>
          </p:cNvPr>
          <p:cNvSpPr txBox="1">
            <a:spLocks/>
          </p:cNvSpPr>
          <p:nvPr/>
        </p:nvSpPr>
        <p:spPr>
          <a:xfrm>
            <a:off x="878347" y="486369"/>
            <a:ext cx="4779942" cy="104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sz="4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algn="ctr"/>
            <a:r>
              <a:rPr lang="en-US" sz="3200" dirty="0"/>
              <a:t>Di </a:t>
            </a:r>
            <a:r>
              <a:rPr lang="en-US" sz="3200" dirty="0" err="1"/>
              <a:t>chuyển</a:t>
            </a:r>
            <a:r>
              <a:rPr lang="en-US" sz="3200" dirty="0"/>
              <a:t> Enemy trên 1 Lane</a:t>
            </a:r>
          </a:p>
        </p:txBody>
      </p:sp>
    </p:spTree>
    <p:extLst>
      <p:ext uri="{BB962C8B-B14F-4D97-AF65-F5344CB8AC3E}">
        <p14:creationId xmlns:p14="http://schemas.microsoft.com/office/powerpoint/2010/main" val="259626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934566"/>
            <a:ext cx="5491310" cy="1444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Sử dụng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StepNewState</a:t>
            </a:r>
            <a:r>
              <a:rPr lang="en-US" sz="1500" b="1" dirty="0"/>
              <a:t>(int t) </a:t>
            </a:r>
            <a:r>
              <a:rPr lang="en-US" sz="1500" dirty="0" err="1"/>
              <a:t>thuộc</a:t>
            </a:r>
            <a:r>
              <a:rPr lang="en-US" sz="1500" dirty="0"/>
              <a:t> </a:t>
            </a:r>
            <a:r>
              <a:rPr lang="en-US" sz="1500" b="1" dirty="0"/>
              <a:t>Class Road. </a:t>
            </a:r>
            <a:r>
              <a:rPr lang="en-US" sz="1500" dirty="0" err="1"/>
              <a:t>Phương</a:t>
            </a:r>
            <a:r>
              <a:rPr lang="en-US" sz="1500" dirty="0"/>
              <a:t> thức này </a:t>
            </a:r>
            <a:r>
              <a:rPr lang="en-US" sz="1500" dirty="0" err="1"/>
              <a:t>duyệt</a:t>
            </a:r>
            <a:r>
              <a:rPr lang="en-US" sz="1500" dirty="0"/>
              <a:t> qua mọi </a:t>
            </a:r>
            <a:r>
              <a:rPr lang="en-US" sz="1500" b="1" dirty="0"/>
              <a:t>Lane </a:t>
            </a:r>
            <a:r>
              <a:rPr lang="en-US" sz="1500" dirty="0"/>
              <a:t>trong </a:t>
            </a:r>
            <a:r>
              <a:rPr lang="en-US" sz="1500" b="1" dirty="0"/>
              <a:t>Map,</a:t>
            </a:r>
            <a:r>
              <a:rPr lang="en-US" sz="1500" dirty="0"/>
              <a:t> ở </a:t>
            </a:r>
            <a:r>
              <a:rPr lang="en-US" sz="1500" dirty="0" err="1"/>
              <a:t>mỗi</a:t>
            </a:r>
            <a:r>
              <a:rPr lang="en-US" sz="1500" dirty="0"/>
              <a:t> </a:t>
            </a:r>
            <a:r>
              <a:rPr lang="en-US" sz="1500" b="1" dirty="0"/>
              <a:t>Lane</a:t>
            </a:r>
            <a:r>
              <a:rPr lang="en-US" sz="1500" dirty="0"/>
              <a:t> sẽ gọi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StepNewState</a:t>
            </a:r>
            <a:r>
              <a:rPr lang="en-US" sz="1500" b="1" dirty="0"/>
              <a:t>(int t) </a:t>
            </a:r>
            <a:r>
              <a:rPr lang="en-US" sz="1500" dirty="0"/>
              <a:t>như slide trên.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Giá </a:t>
            </a:r>
            <a:r>
              <a:rPr lang="en-US" sz="1500" dirty="0" err="1"/>
              <a:t>trị</a:t>
            </a:r>
            <a:r>
              <a:rPr lang="en-US" sz="1500" dirty="0"/>
              <a:t> trả về sẽ là tổng số </a:t>
            </a:r>
            <a:r>
              <a:rPr lang="en-US" sz="1500" b="1" dirty="0"/>
              <a:t>Enemy</a:t>
            </a:r>
            <a:r>
              <a:rPr lang="en-US" sz="1500" dirty="0"/>
              <a:t> bị xóa đi.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31159"/>
            <a:ext cx="4779942" cy="1041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Di chuyển Enemy trên toàn bộ Map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6059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31159"/>
            <a:ext cx="4779942" cy="1041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Di chuyển Enemy trên toàn bộ Map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583F6B50-6D6D-9524-0346-C3BA4D10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47" y="1556282"/>
            <a:ext cx="5109899" cy="302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9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31159"/>
            <a:ext cx="4779942" cy="1041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Di chuyển Enemy trên toàn bộ Map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A6549C9E-C427-1543-05F2-483EE0D6F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47" y="1561326"/>
            <a:ext cx="5139212" cy="302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97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934566"/>
            <a:ext cx="5491310" cy="2092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/>
              <a:t>bool Collision(Pos, int, int) </a:t>
            </a:r>
            <a:r>
              <a:rPr lang="en-US" sz="1500" dirty="0" err="1"/>
              <a:t>thuộc</a:t>
            </a:r>
            <a:r>
              <a:rPr lang="en-US" sz="1500" dirty="0"/>
              <a:t> class  Player. 3 </a:t>
            </a:r>
            <a:r>
              <a:rPr lang="en-US" sz="1500" dirty="0" err="1"/>
              <a:t>tham</a:t>
            </a:r>
            <a:r>
              <a:rPr lang="en-US" sz="1500" dirty="0"/>
              <a:t> số </a:t>
            </a:r>
            <a:r>
              <a:rPr lang="en-US" sz="1500" dirty="0" err="1"/>
              <a:t>truyền</a:t>
            </a:r>
            <a:r>
              <a:rPr lang="en-US" sz="1500" dirty="0"/>
              <a:t> vào là </a:t>
            </a:r>
            <a:r>
              <a:rPr lang="en-US" sz="1500" dirty="0" err="1"/>
              <a:t>vị</a:t>
            </a:r>
            <a:r>
              <a:rPr lang="en-US" sz="1500" dirty="0"/>
              <a:t> trí, width, height của Enemy.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Có 4 câu </a:t>
            </a:r>
            <a:r>
              <a:rPr lang="en-US" sz="1500" dirty="0" err="1"/>
              <a:t>lệnh</a:t>
            </a:r>
            <a:r>
              <a:rPr lang="en-US" sz="1500" dirty="0"/>
              <a:t> điều kiện để </a:t>
            </a:r>
            <a:r>
              <a:rPr lang="en-US" sz="1500" dirty="0" err="1"/>
              <a:t>kiệm</a:t>
            </a:r>
            <a:r>
              <a:rPr lang="en-US" sz="1500" dirty="0"/>
              <a:t> </a:t>
            </a:r>
            <a:r>
              <a:rPr lang="en-US" sz="1500" dirty="0" err="1"/>
              <a:t>tra</a:t>
            </a:r>
            <a:r>
              <a:rPr lang="en-US" sz="1500" dirty="0"/>
              <a:t> </a:t>
            </a:r>
            <a:r>
              <a:rPr lang="en-US" sz="1500" dirty="0" err="1"/>
              <a:t>va</a:t>
            </a:r>
            <a:r>
              <a:rPr lang="en-US" sz="1500" dirty="0"/>
              <a:t> </a:t>
            </a:r>
            <a:r>
              <a:rPr lang="en-US" sz="1500" dirty="0" err="1"/>
              <a:t>chạm</a:t>
            </a:r>
            <a:r>
              <a:rPr lang="en-US" sz="1500" dirty="0"/>
              <a:t> với Player, tương ứng với 4 loại Enemy.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Có 2 </a:t>
            </a:r>
            <a:r>
              <a:rPr lang="en-US" sz="1500" dirty="0" err="1"/>
              <a:t>hướng</a:t>
            </a:r>
            <a:r>
              <a:rPr lang="en-US" sz="1500" dirty="0"/>
              <a:t> phải xử lý là, xử lý bên </a:t>
            </a:r>
            <a:r>
              <a:rPr lang="en-US" sz="1500" dirty="0" err="1"/>
              <a:t>trái</a:t>
            </a:r>
            <a:r>
              <a:rPr lang="en-US" sz="1500" dirty="0"/>
              <a:t> và xử lý bên phải. Vì </a:t>
            </a:r>
            <a:r>
              <a:rPr lang="en-US" sz="1500" dirty="0" err="1"/>
              <a:t>vị</a:t>
            </a:r>
            <a:r>
              <a:rPr lang="en-US" sz="1500" dirty="0"/>
              <a:t> trí </a:t>
            </a:r>
            <a:r>
              <a:rPr lang="en-US" sz="1500" dirty="0" err="1"/>
              <a:t>gốc</a:t>
            </a:r>
            <a:r>
              <a:rPr lang="en-US" sz="1500" dirty="0"/>
              <a:t> của Enemy </a:t>
            </a:r>
            <a:r>
              <a:rPr lang="en-US" sz="1500" dirty="0" err="1"/>
              <a:t>nằm</a:t>
            </a:r>
            <a:r>
              <a:rPr lang="en-US" sz="1500" dirty="0"/>
              <a:t> ở </a:t>
            </a:r>
            <a:r>
              <a:rPr lang="en-US" sz="1500" dirty="0" err="1"/>
              <a:t>phía</a:t>
            </a:r>
            <a:r>
              <a:rPr lang="en-US" sz="1500" dirty="0"/>
              <a:t> trên bên phải.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64187"/>
            <a:ext cx="4779942" cy="10183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Xử Lý Va Chạm Giữa Player Và 1 Enemy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475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351429"/>
            <a:ext cx="5491310" cy="2675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Trong </a:t>
            </a:r>
            <a:r>
              <a:rPr lang="en-US" sz="1500" dirty="0" err="1"/>
              <a:t>mỗi</a:t>
            </a:r>
            <a:r>
              <a:rPr lang="en-US" sz="1500" dirty="0"/>
              <a:t> lần toàn bộ </a:t>
            </a:r>
            <a:r>
              <a:rPr lang="en-US" sz="1500" b="1" dirty="0"/>
              <a:t>Enemy</a:t>
            </a:r>
            <a:r>
              <a:rPr lang="en-US" sz="1500" dirty="0"/>
              <a:t> di </a:t>
            </a:r>
            <a:r>
              <a:rPr lang="en-US" sz="1500" dirty="0" err="1"/>
              <a:t>chuyển</a:t>
            </a:r>
            <a:r>
              <a:rPr lang="en-US" sz="1500" dirty="0"/>
              <a:t> sẽ có 1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isDead</a:t>
            </a:r>
            <a:r>
              <a:rPr lang="en-US" sz="1500" b="1" dirty="0"/>
              <a:t>() </a:t>
            </a:r>
            <a:r>
              <a:rPr lang="en-US" sz="1500" dirty="0" err="1"/>
              <a:t>thuộc</a:t>
            </a:r>
            <a:r>
              <a:rPr lang="en-US" sz="1500" dirty="0"/>
              <a:t> </a:t>
            </a:r>
            <a:r>
              <a:rPr lang="en-US" sz="1500" b="1" dirty="0"/>
              <a:t>class Map </a:t>
            </a:r>
            <a:r>
              <a:rPr lang="en-US" sz="1500" dirty="0"/>
              <a:t>để </a:t>
            </a:r>
            <a:r>
              <a:rPr lang="en-US" sz="1500" dirty="0" err="1"/>
              <a:t>kiểm</a:t>
            </a:r>
            <a:r>
              <a:rPr lang="en-US" sz="1500" dirty="0"/>
              <a:t> </a:t>
            </a:r>
            <a:r>
              <a:rPr lang="en-US" sz="1500" dirty="0" err="1"/>
              <a:t>tra</a:t>
            </a:r>
            <a:r>
              <a:rPr lang="en-US" sz="1500" dirty="0"/>
              <a:t> </a:t>
            </a:r>
            <a:r>
              <a:rPr lang="en-US" sz="1500" dirty="0" err="1"/>
              <a:t>va</a:t>
            </a:r>
            <a:r>
              <a:rPr lang="en-US" sz="1500" dirty="0"/>
              <a:t> </a:t>
            </a:r>
            <a:r>
              <a:rPr lang="en-US" sz="1500" dirty="0" err="1"/>
              <a:t>chạm</a:t>
            </a:r>
            <a:r>
              <a:rPr lang="en-US" sz="15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Đầu </a:t>
            </a:r>
            <a:r>
              <a:rPr lang="en-US" sz="1500" dirty="0" err="1"/>
              <a:t>tiên</a:t>
            </a:r>
            <a:r>
              <a:rPr lang="en-US" sz="1500" dirty="0"/>
              <a:t> sẽ </a:t>
            </a:r>
            <a:r>
              <a:rPr lang="en-US" sz="1500" dirty="0" err="1"/>
              <a:t>duyệt</a:t>
            </a:r>
            <a:r>
              <a:rPr lang="en-US" sz="1500" dirty="0"/>
              <a:t> qua từng </a:t>
            </a:r>
            <a:r>
              <a:rPr lang="en-US" sz="1500" b="1" dirty="0"/>
              <a:t>Enemy</a:t>
            </a:r>
            <a:r>
              <a:rPr lang="en-US" sz="1500" dirty="0"/>
              <a:t> có trong </a:t>
            </a:r>
            <a:r>
              <a:rPr lang="en-US" sz="1500" b="1" dirty="0"/>
              <a:t>Map</a:t>
            </a:r>
            <a:r>
              <a:rPr lang="en-US" sz="1500" dirty="0"/>
              <a:t> với </a:t>
            </a:r>
            <a:r>
              <a:rPr lang="en-US" sz="1500" dirty="0" err="1"/>
              <a:t>vị</a:t>
            </a:r>
            <a:r>
              <a:rPr lang="en-US" sz="1500" dirty="0"/>
              <a:t> trí </a:t>
            </a:r>
            <a:r>
              <a:rPr lang="en-US" sz="1500" b="1" dirty="0" err="1"/>
              <a:t>tọa</a:t>
            </a:r>
            <a:r>
              <a:rPr lang="en-US" sz="1500" b="1" dirty="0"/>
              <a:t> độ</a:t>
            </a:r>
            <a:r>
              <a:rPr lang="en-US" sz="1500" dirty="0"/>
              <a:t>, </a:t>
            </a:r>
            <a:r>
              <a:rPr lang="en-US" sz="1500" b="1" dirty="0"/>
              <a:t>chiều </a:t>
            </a:r>
            <a:r>
              <a:rPr lang="en-US" sz="1500" b="1" dirty="0" err="1"/>
              <a:t>dài</a:t>
            </a:r>
            <a:r>
              <a:rPr lang="en-US" sz="1500" b="1" dirty="0"/>
              <a:t> </a:t>
            </a:r>
            <a:r>
              <a:rPr lang="en-US" sz="1500" dirty="0"/>
              <a:t>và </a:t>
            </a:r>
            <a:r>
              <a:rPr lang="en-US" sz="1500" b="1" dirty="0" err="1"/>
              <a:t>rộng</a:t>
            </a:r>
            <a:r>
              <a:rPr lang="en-US" sz="1500" dirty="0"/>
              <a:t> của </a:t>
            </a:r>
            <a:r>
              <a:rPr lang="en-US" sz="1500" b="1" dirty="0"/>
              <a:t>Enemy </a:t>
            </a:r>
            <a:r>
              <a:rPr lang="en-US" sz="1500" dirty="0"/>
              <a:t>đó, rồi gọi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/>
              <a:t>Collision()</a:t>
            </a:r>
            <a:r>
              <a:rPr lang="en-US" sz="1500" dirty="0"/>
              <a:t> của </a:t>
            </a:r>
            <a:r>
              <a:rPr lang="en-US" sz="1500" b="1" dirty="0"/>
              <a:t>class Player </a:t>
            </a:r>
            <a:r>
              <a:rPr lang="en-US" sz="1500" dirty="0"/>
              <a:t>vào để </a:t>
            </a:r>
            <a:r>
              <a:rPr lang="en-US" sz="1500" dirty="0" err="1"/>
              <a:t>kiểm</a:t>
            </a:r>
            <a:r>
              <a:rPr lang="en-US" sz="1500" dirty="0"/>
              <a:t> </a:t>
            </a:r>
            <a:r>
              <a:rPr lang="en-US" sz="1500" dirty="0" err="1"/>
              <a:t>tra</a:t>
            </a:r>
            <a:r>
              <a:rPr lang="en-US" sz="1500" dirty="0"/>
              <a:t> với từng </a:t>
            </a:r>
            <a:r>
              <a:rPr lang="en-US" sz="1500" b="1" dirty="0"/>
              <a:t>Enemy </a:t>
            </a:r>
            <a:r>
              <a:rPr lang="en-US" sz="1500" dirty="0"/>
              <a:t>đó, nếu </a:t>
            </a:r>
            <a:r>
              <a:rPr lang="en-US" sz="1500" dirty="0" err="1"/>
              <a:t>xảy</a:t>
            </a:r>
            <a:r>
              <a:rPr lang="en-US" sz="1500" dirty="0"/>
              <a:t> </a:t>
            </a:r>
            <a:r>
              <a:rPr lang="en-US" sz="1500" dirty="0" err="1"/>
              <a:t>ra</a:t>
            </a:r>
            <a:r>
              <a:rPr lang="en-US" sz="1500" dirty="0"/>
              <a:t> </a:t>
            </a:r>
            <a:r>
              <a:rPr lang="en-US" sz="1500" dirty="0" err="1"/>
              <a:t>va</a:t>
            </a:r>
            <a:r>
              <a:rPr lang="en-US" sz="1500" dirty="0"/>
              <a:t> </a:t>
            </a:r>
            <a:r>
              <a:rPr lang="en-US" sz="1500" dirty="0" err="1"/>
              <a:t>chạm</a:t>
            </a:r>
            <a:r>
              <a:rPr lang="en-US" sz="1500" dirty="0"/>
              <a:t> sẽ </a:t>
            </a:r>
            <a:r>
              <a:rPr lang="en-US" sz="1500" dirty="0" err="1"/>
              <a:t>thực</a:t>
            </a:r>
            <a:r>
              <a:rPr lang="en-US" sz="1500" dirty="0"/>
              <a:t> hiện </a:t>
            </a:r>
            <a:r>
              <a:rPr lang="en-US" sz="1500" dirty="0" err="1"/>
              <a:t>những</a:t>
            </a:r>
            <a:r>
              <a:rPr lang="en-US" sz="1500" dirty="0"/>
              <a:t> công việc như </a:t>
            </a:r>
            <a:r>
              <a:rPr lang="en-US" sz="1500" b="1" dirty="0" err="1"/>
              <a:t>deletePlayer</a:t>
            </a:r>
            <a:r>
              <a:rPr lang="en-US" sz="1500" dirty="0"/>
              <a:t>, in </a:t>
            </a:r>
            <a:r>
              <a:rPr lang="en-US" sz="1500" b="1" dirty="0" err="1"/>
              <a:t>logoLoseGame</a:t>
            </a:r>
            <a:r>
              <a:rPr lang="en-US" sz="1500" dirty="0"/>
              <a:t>,… 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64187"/>
            <a:ext cx="4413071" cy="55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Xử Lý Va Chạm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8441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64187"/>
            <a:ext cx="4413071" cy="55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Xử Lý Va Chạm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D8F2D03-1D39-5D05-7985-4D10043D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59" y="1169693"/>
            <a:ext cx="5687411" cy="3543649"/>
          </a:xfrm>
          <a:prstGeom prst="rect">
            <a:avLst/>
          </a:prstGeom>
        </p:spPr>
      </p:pic>
      <p:sp>
        <p:nvSpPr>
          <p:cNvPr id="9" name="Mũi tên: Lên 8">
            <a:extLst>
              <a:ext uri="{FF2B5EF4-FFF2-40B4-BE49-F238E27FC236}">
                <a16:creationId xmlns:a16="http://schemas.microsoft.com/office/drawing/2014/main" id="{A49494A2-F8D4-E737-BF2D-481066A2960F}"/>
              </a:ext>
            </a:extLst>
          </p:cNvPr>
          <p:cNvSpPr/>
          <p:nvPr/>
        </p:nvSpPr>
        <p:spPr>
          <a:xfrm>
            <a:off x="3771900" y="3072653"/>
            <a:ext cx="45719" cy="470647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29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64187"/>
            <a:ext cx="4413071" cy="55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Xử Lý Va Chạm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8A00DD55-4D64-CC12-B126-D9C926CC8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48" y="1073351"/>
            <a:ext cx="6096326" cy="331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74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351429"/>
            <a:ext cx="5491310" cy="2675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Đầu </a:t>
            </a:r>
            <a:r>
              <a:rPr lang="en-US" sz="1500" dirty="0" err="1"/>
              <a:t>tiên</a:t>
            </a:r>
            <a:r>
              <a:rPr lang="en-US" sz="1500" dirty="0"/>
              <a:t> sẽ có vòng </a:t>
            </a:r>
            <a:r>
              <a:rPr lang="en-US" sz="1500" b="1" dirty="0"/>
              <a:t>while</a:t>
            </a:r>
            <a:r>
              <a:rPr lang="en-US" sz="1500" dirty="0"/>
              <a:t> </a:t>
            </a:r>
            <a:r>
              <a:rPr lang="en-US" sz="1500" dirty="0" err="1"/>
              <a:t>lặp</a:t>
            </a:r>
            <a:r>
              <a:rPr lang="en-US" sz="1500" dirty="0"/>
              <a:t> </a:t>
            </a:r>
            <a:r>
              <a:rPr lang="en-US" sz="1500" dirty="0" err="1"/>
              <a:t>cho</a:t>
            </a:r>
            <a:r>
              <a:rPr lang="en-US" sz="1500" dirty="0"/>
              <a:t> đến khi </a:t>
            </a:r>
            <a:r>
              <a:rPr lang="en-US" sz="1500" b="1" dirty="0"/>
              <a:t>Player </a:t>
            </a:r>
            <a:r>
              <a:rPr lang="en-US" sz="1500" dirty="0" err="1"/>
              <a:t>chết</a:t>
            </a:r>
            <a:r>
              <a:rPr lang="en-US" sz="1500" dirty="0"/>
              <a:t> (</a:t>
            </a:r>
            <a:r>
              <a:rPr lang="en-US" sz="1500" dirty="0" err="1"/>
              <a:t>va</a:t>
            </a:r>
            <a:r>
              <a:rPr lang="en-US" sz="1500" dirty="0"/>
              <a:t> </a:t>
            </a:r>
            <a:r>
              <a:rPr lang="en-US" sz="1500" dirty="0" err="1"/>
              <a:t>chạm</a:t>
            </a:r>
            <a:r>
              <a:rPr lang="en-US" sz="1500" dirty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Trong vòng </a:t>
            </a:r>
            <a:r>
              <a:rPr lang="en-US" sz="1500" b="1" dirty="0"/>
              <a:t>while</a:t>
            </a:r>
            <a:r>
              <a:rPr lang="en-US" sz="1500" dirty="0"/>
              <a:t> có 1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RandomNewState</a:t>
            </a:r>
            <a:r>
              <a:rPr lang="en-US" sz="1500" b="1" dirty="0"/>
              <a:t>() </a:t>
            </a:r>
            <a:r>
              <a:rPr lang="en-US" sz="1500" dirty="0" err="1"/>
              <a:t>thuộc</a:t>
            </a:r>
            <a:r>
              <a:rPr lang="en-US" sz="1500" dirty="0"/>
              <a:t> </a:t>
            </a:r>
            <a:r>
              <a:rPr lang="en-US" sz="1500" b="1" dirty="0"/>
              <a:t>class Map</a:t>
            </a:r>
            <a:r>
              <a:rPr lang="en-US" sz="1500" dirty="0"/>
              <a:t>, </a:t>
            </a:r>
            <a:r>
              <a:rPr lang="en-US" sz="1500" dirty="0" err="1"/>
              <a:t>phương</a:t>
            </a:r>
            <a:r>
              <a:rPr lang="en-US" sz="1500" dirty="0"/>
              <a:t> thức này gọi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StepNewState</a:t>
            </a:r>
            <a:r>
              <a:rPr lang="en-US" sz="1500" b="1" dirty="0"/>
              <a:t>(int t)</a:t>
            </a:r>
            <a:r>
              <a:rPr lang="en-US" sz="1500" dirty="0"/>
              <a:t> </a:t>
            </a:r>
            <a:r>
              <a:rPr lang="en-US" sz="1500" dirty="0" err="1"/>
              <a:t>thuộc</a:t>
            </a:r>
            <a:r>
              <a:rPr lang="en-US" sz="1500" dirty="0"/>
              <a:t> </a:t>
            </a:r>
            <a:r>
              <a:rPr lang="en-US" sz="1500" b="1" dirty="0"/>
              <a:t>class Road</a:t>
            </a:r>
            <a:r>
              <a:rPr lang="en-US" sz="1500" dirty="0"/>
              <a:t>, biến </a:t>
            </a:r>
            <a:r>
              <a:rPr lang="en-US" sz="1500" b="1" dirty="0"/>
              <a:t>t</a:t>
            </a:r>
            <a:r>
              <a:rPr lang="en-US" sz="1500" dirty="0"/>
              <a:t> sau </a:t>
            </a:r>
            <a:r>
              <a:rPr lang="en-US" sz="1500" dirty="0" err="1"/>
              <a:t>mỗi</a:t>
            </a:r>
            <a:r>
              <a:rPr lang="en-US" sz="1500" dirty="0"/>
              <a:t> vòng </a:t>
            </a:r>
            <a:r>
              <a:rPr lang="en-US" sz="1500" b="1" dirty="0"/>
              <a:t>while</a:t>
            </a:r>
            <a:r>
              <a:rPr lang="en-US" sz="1500" dirty="0"/>
              <a:t> </a:t>
            </a:r>
            <a:r>
              <a:rPr lang="en-US" sz="1500" dirty="0" err="1"/>
              <a:t>tăng</a:t>
            </a:r>
            <a:r>
              <a:rPr lang="en-US" sz="1500" dirty="0"/>
              <a:t> lên 1.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Ngoài </a:t>
            </a:r>
            <a:r>
              <a:rPr lang="en-US" sz="1500" dirty="0" err="1"/>
              <a:t>ra</a:t>
            </a:r>
            <a:r>
              <a:rPr lang="en-US" sz="1500" dirty="0"/>
              <a:t> trong </a:t>
            </a:r>
            <a:r>
              <a:rPr lang="en-US" sz="1500" dirty="0" err="1"/>
              <a:t>phương</a:t>
            </a:r>
            <a:r>
              <a:rPr lang="en-US" sz="1500" dirty="0"/>
              <a:t> thức này còn có phần </a:t>
            </a:r>
            <a:r>
              <a:rPr lang="en-US" sz="1500" dirty="0" err="1"/>
              <a:t>khởi</a:t>
            </a:r>
            <a:r>
              <a:rPr lang="en-US" sz="1500" dirty="0"/>
              <a:t> </a:t>
            </a:r>
            <a:r>
              <a:rPr lang="en-US" sz="1500" dirty="0" err="1"/>
              <a:t>tạo</a:t>
            </a:r>
            <a:r>
              <a:rPr lang="en-US" sz="1500" dirty="0"/>
              <a:t> </a:t>
            </a:r>
            <a:r>
              <a:rPr lang="en-US" sz="1500" b="1" dirty="0"/>
              <a:t>Enemy</a:t>
            </a:r>
            <a:r>
              <a:rPr lang="en-US" sz="1500" dirty="0"/>
              <a:t> ở đầu </a:t>
            </a:r>
            <a:r>
              <a:rPr lang="en-US" sz="1500" b="1" dirty="0"/>
              <a:t>Lane</a:t>
            </a:r>
            <a:r>
              <a:rPr lang="en-US" sz="1500" dirty="0"/>
              <a:t>, thay thế </a:t>
            </a:r>
            <a:r>
              <a:rPr lang="en-US" sz="1500" dirty="0" err="1"/>
              <a:t>cho</a:t>
            </a:r>
            <a:r>
              <a:rPr lang="en-US" sz="1500" dirty="0"/>
              <a:t> </a:t>
            </a:r>
            <a:r>
              <a:rPr lang="en-US" sz="1500" dirty="0" err="1"/>
              <a:t>những</a:t>
            </a:r>
            <a:r>
              <a:rPr lang="en-US" sz="1500" dirty="0"/>
              <a:t> </a:t>
            </a:r>
            <a:r>
              <a:rPr lang="en-US" sz="1500" b="1" dirty="0"/>
              <a:t>Enemy</a:t>
            </a:r>
            <a:r>
              <a:rPr lang="en-US" sz="1500" dirty="0"/>
              <a:t> đã đi </a:t>
            </a:r>
            <a:r>
              <a:rPr lang="en-US" sz="1500" dirty="0" err="1"/>
              <a:t>ra</a:t>
            </a:r>
            <a:r>
              <a:rPr lang="en-US" sz="1500" dirty="0"/>
              <a:t> ngoài </a:t>
            </a:r>
            <a:r>
              <a:rPr lang="en-US" sz="1500" b="1" dirty="0"/>
              <a:t>Map.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Vậy sau số lần </a:t>
            </a:r>
            <a:r>
              <a:rPr lang="en-US" sz="1500" dirty="0" err="1"/>
              <a:t>lặp</a:t>
            </a:r>
            <a:r>
              <a:rPr lang="en-US" sz="1500" dirty="0"/>
              <a:t> tương ứng với </a:t>
            </a:r>
            <a:r>
              <a:rPr lang="en-US" sz="1500" b="1" dirty="0"/>
              <a:t>speed</a:t>
            </a:r>
            <a:r>
              <a:rPr lang="en-US" sz="1500" dirty="0"/>
              <a:t> thì </a:t>
            </a:r>
            <a:r>
              <a:rPr lang="en-US" sz="1500" b="1" dirty="0"/>
              <a:t>Enemy</a:t>
            </a:r>
            <a:r>
              <a:rPr lang="en-US" sz="1500" dirty="0"/>
              <a:t> sẽ di </a:t>
            </a:r>
            <a:r>
              <a:rPr lang="en-US" sz="1500" dirty="0" err="1"/>
              <a:t>chuyển</a:t>
            </a:r>
            <a:r>
              <a:rPr lang="en-US" sz="1500" dirty="0"/>
              <a:t>.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64187"/>
            <a:ext cx="4413071" cy="55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Mô Tả GamePlay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264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351429"/>
            <a:ext cx="5491310" cy="2675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Cũng trong vòng </a:t>
            </a:r>
            <a:r>
              <a:rPr lang="en-US" sz="1500" dirty="0" err="1"/>
              <a:t>lặp</a:t>
            </a:r>
            <a:r>
              <a:rPr lang="en-US" sz="1500" dirty="0"/>
              <a:t> sẽ có 1 </a:t>
            </a:r>
            <a:r>
              <a:rPr lang="en-US" sz="1500" dirty="0" err="1"/>
              <a:t>hàm</a:t>
            </a:r>
            <a:r>
              <a:rPr lang="en-US" sz="1500" dirty="0"/>
              <a:t> nhận </a:t>
            </a:r>
            <a:r>
              <a:rPr lang="en-US" sz="1500" dirty="0" err="1"/>
              <a:t>tín</a:t>
            </a:r>
            <a:r>
              <a:rPr lang="en-US" sz="1500" dirty="0"/>
              <a:t> </a:t>
            </a:r>
            <a:r>
              <a:rPr lang="en-US" sz="1500" dirty="0" err="1"/>
              <a:t>hiệu</a:t>
            </a:r>
            <a:r>
              <a:rPr lang="en-US" sz="1500" dirty="0"/>
              <a:t> từ </a:t>
            </a:r>
            <a:r>
              <a:rPr lang="en-US" sz="1500" dirty="0" err="1"/>
              <a:t>bàn</a:t>
            </a:r>
            <a:r>
              <a:rPr lang="en-US" sz="1500" dirty="0"/>
              <a:t> </a:t>
            </a:r>
            <a:r>
              <a:rPr lang="en-US" sz="1500" dirty="0" err="1"/>
              <a:t>phím</a:t>
            </a:r>
            <a:r>
              <a:rPr lang="en-US" sz="1500" dirty="0"/>
              <a:t> </a:t>
            </a:r>
            <a:r>
              <a:rPr lang="en-US" sz="1500" b="1" dirty="0"/>
              <a:t>_</a:t>
            </a:r>
            <a:r>
              <a:rPr lang="en-US" sz="1500" b="1" dirty="0" err="1"/>
              <a:t>kbhit</a:t>
            </a:r>
            <a:r>
              <a:rPr lang="en-US" sz="1500" b="1" dirty="0"/>
              <a:t>():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/>
              <a:t>Với </a:t>
            </a:r>
            <a:r>
              <a:rPr lang="en-US" sz="1500" b="1" dirty="0"/>
              <a:t>W S A D </a:t>
            </a:r>
            <a:r>
              <a:rPr lang="en-US" sz="1500" dirty="0"/>
              <a:t>sẽ giúp </a:t>
            </a:r>
            <a:r>
              <a:rPr lang="en-US" sz="1500" b="1" dirty="0"/>
              <a:t>Player</a:t>
            </a:r>
            <a:r>
              <a:rPr lang="en-US" sz="1500" dirty="0"/>
              <a:t> di </a:t>
            </a:r>
            <a:r>
              <a:rPr lang="en-US" sz="1500" dirty="0" err="1"/>
              <a:t>chuyển</a:t>
            </a:r>
            <a:r>
              <a:rPr lang="en-US" sz="1500" dirty="0"/>
              <a:t> như ở slide </a:t>
            </a:r>
            <a:r>
              <a:rPr lang="en-US" sz="1500" dirty="0" err="1"/>
              <a:t>phía</a:t>
            </a:r>
            <a:r>
              <a:rPr lang="en-US" sz="1500" dirty="0"/>
              <a:t> trên.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b="1" dirty="0"/>
              <a:t>P: Pause Game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b="1" dirty="0"/>
              <a:t>K: Save Game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b="1" dirty="0"/>
              <a:t>L: Load Game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Phần cuối trong vòng </a:t>
            </a:r>
            <a:r>
              <a:rPr lang="en-US" sz="1500" dirty="0" err="1"/>
              <a:t>lặp</a:t>
            </a:r>
            <a:r>
              <a:rPr lang="en-US" sz="1500" dirty="0"/>
              <a:t> là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isWin</a:t>
            </a:r>
            <a:r>
              <a:rPr lang="en-US" sz="1500" b="1" dirty="0"/>
              <a:t>(), </a:t>
            </a:r>
            <a:r>
              <a:rPr lang="en-US" sz="1500" dirty="0"/>
              <a:t>nếu </a:t>
            </a:r>
            <a:r>
              <a:rPr lang="en-US" sz="1500" dirty="0" err="1"/>
              <a:t>vượt</a:t>
            </a:r>
            <a:r>
              <a:rPr lang="en-US" sz="1500" dirty="0"/>
              <a:t> qua </a:t>
            </a:r>
            <a:r>
              <a:rPr lang="en-US" sz="1500" b="1" dirty="0"/>
              <a:t>lv3 </a:t>
            </a:r>
            <a:r>
              <a:rPr lang="en-US" sz="1500" dirty="0"/>
              <a:t>thì </a:t>
            </a:r>
            <a:r>
              <a:rPr lang="en-US" sz="1500" b="1" dirty="0"/>
              <a:t>Player</a:t>
            </a:r>
            <a:r>
              <a:rPr lang="en-US" sz="1500" dirty="0"/>
              <a:t> sẽ win, nếu chưa </a:t>
            </a:r>
            <a:r>
              <a:rPr lang="en-US" sz="1500" dirty="0" err="1"/>
              <a:t>vượt</a:t>
            </a:r>
            <a:r>
              <a:rPr lang="en-US" sz="1500" dirty="0"/>
              <a:t> người chơi có thể chọn chơi tiếp hoặc không.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564187"/>
            <a:ext cx="4413071" cy="5519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Mô Tả GamePlay</a:t>
            </a:r>
            <a:endParaRPr sz="32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3006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351429"/>
            <a:ext cx="5491310" cy="2675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Có 1 biến </a:t>
            </a:r>
            <a:r>
              <a:rPr lang="en-US" sz="1500" b="1" dirty="0" err="1"/>
              <a:t>isPause</a:t>
            </a:r>
            <a:r>
              <a:rPr lang="en-US" sz="1500" dirty="0"/>
              <a:t> ở phần </a:t>
            </a:r>
            <a:r>
              <a:rPr lang="en-US" sz="1500" b="1" dirty="0" err="1"/>
              <a:t>GamePlay</a:t>
            </a:r>
            <a:r>
              <a:rPr lang="en-US" sz="1500" dirty="0"/>
              <a:t>, trong vòng while ở </a:t>
            </a:r>
            <a:r>
              <a:rPr lang="en-US" sz="1500" dirty="0" err="1"/>
              <a:t>phía</a:t>
            </a:r>
            <a:r>
              <a:rPr lang="en-US" sz="1500" dirty="0"/>
              <a:t> trên khi nhấn </a:t>
            </a:r>
            <a:r>
              <a:rPr lang="en-US" sz="1500" dirty="0" err="1"/>
              <a:t>phím</a:t>
            </a:r>
            <a:r>
              <a:rPr lang="en-US" sz="1500" dirty="0"/>
              <a:t> </a:t>
            </a:r>
            <a:r>
              <a:rPr lang="en-US" sz="1500" b="1" dirty="0"/>
              <a:t>P</a:t>
            </a:r>
            <a:r>
              <a:rPr lang="en-US" sz="1500" dirty="0"/>
              <a:t> thì biến </a:t>
            </a:r>
            <a:r>
              <a:rPr lang="en-US" sz="1500" b="1" dirty="0" err="1"/>
              <a:t>isPause</a:t>
            </a:r>
            <a:r>
              <a:rPr lang="en-US" sz="1500" dirty="0"/>
              <a:t> sẽ = </a:t>
            </a:r>
            <a:r>
              <a:rPr lang="en-US" sz="1500" b="1" dirty="0"/>
              <a:t>true</a:t>
            </a:r>
            <a:r>
              <a:rPr lang="en-US" sz="1500" dirty="0"/>
              <a:t>. Và sẽ có thêm 1 vòng </a:t>
            </a:r>
            <a:r>
              <a:rPr lang="en-US" sz="1500" b="1" dirty="0"/>
              <a:t>while</a:t>
            </a:r>
            <a:r>
              <a:rPr lang="en-US" sz="1500" dirty="0"/>
              <a:t> </a:t>
            </a:r>
            <a:r>
              <a:rPr lang="en-US" sz="1500" dirty="0" err="1"/>
              <a:t>lồng</a:t>
            </a:r>
            <a:r>
              <a:rPr lang="en-US" sz="1500" dirty="0"/>
              <a:t> </a:t>
            </a:r>
            <a:r>
              <a:rPr lang="en-US" sz="1500" dirty="0" err="1"/>
              <a:t>phía</a:t>
            </a:r>
            <a:r>
              <a:rPr lang="en-US" sz="1500" dirty="0"/>
              <a:t> trong để </a:t>
            </a:r>
            <a:r>
              <a:rPr lang="en-US" sz="1500" dirty="0" err="1"/>
              <a:t>thực</a:t>
            </a:r>
            <a:r>
              <a:rPr lang="en-US" sz="1500" dirty="0"/>
              <a:t> hiện công việc </a:t>
            </a:r>
            <a:r>
              <a:rPr lang="en-US" sz="1500" b="1" dirty="0"/>
              <a:t>Resume</a:t>
            </a:r>
            <a:r>
              <a:rPr lang="en-US" sz="1500" dirty="0"/>
              <a:t> hoặc </a:t>
            </a:r>
            <a:r>
              <a:rPr lang="en-US" sz="1500" b="1" dirty="0"/>
              <a:t>Quit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b="1" dirty="0"/>
              <a:t>Resume:</a:t>
            </a:r>
            <a:r>
              <a:rPr lang="en-US" sz="1500" dirty="0"/>
              <a:t> </a:t>
            </a:r>
            <a:r>
              <a:rPr lang="en-US" sz="1500" dirty="0" err="1"/>
              <a:t>gán</a:t>
            </a:r>
            <a:r>
              <a:rPr lang="en-US" sz="1500" dirty="0"/>
              <a:t> biến </a:t>
            </a:r>
            <a:r>
              <a:rPr lang="en-US" sz="1500" b="1" dirty="0" err="1"/>
              <a:t>isPause</a:t>
            </a:r>
            <a:r>
              <a:rPr lang="en-US" sz="1500" b="1" dirty="0"/>
              <a:t> = false</a:t>
            </a:r>
            <a:r>
              <a:rPr lang="en-US" sz="1500" dirty="0"/>
              <a:t>, break khỏi vòng while và tiếp </a:t>
            </a:r>
            <a:r>
              <a:rPr lang="en-US" sz="1500" dirty="0" err="1"/>
              <a:t>tục</a:t>
            </a:r>
            <a:r>
              <a:rPr lang="en-US" sz="1500" dirty="0"/>
              <a:t> việc chơi game.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b="1" dirty="0"/>
              <a:t>Quit:</a:t>
            </a:r>
            <a:r>
              <a:rPr lang="en-US" sz="1500" dirty="0"/>
              <a:t> </a:t>
            </a:r>
            <a:r>
              <a:rPr lang="en-US" sz="1500" dirty="0" err="1"/>
              <a:t>gán</a:t>
            </a:r>
            <a:r>
              <a:rPr lang="en-US" sz="1500" dirty="0"/>
              <a:t> biến </a:t>
            </a:r>
            <a:r>
              <a:rPr lang="en-US" sz="1500" b="1" dirty="0" err="1"/>
              <a:t>isPause</a:t>
            </a:r>
            <a:r>
              <a:rPr lang="en-US" sz="1500" b="1" dirty="0"/>
              <a:t> = false </a:t>
            </a:r>
            <a:r>
              <a:rPr lang="en-US" sz="1500" dirty="0"/>
              <a:t>và </a:t>
            </a:r>
            <a:r>
              <a:rPr lang="en-US" sz="1500" b="1" dirty="0"/>
              <a:t>return</a:t>
            </a:r>
            <a:r>
              <a:rPr lang="en-US" sz="1500" dirty="0"/>
              <a:t>, </a:t>
            </a:r>
            <a:r>
              <a:rPr lang="en-US" sz="1500" dirty="0" err="1"/>
              <a:t>trở</a:t>
            </a:r>
            <a:r>
              <a:rPr lang="en-US" sz="1500" dirty="0"/>
              <a:t> về lại phần Menu.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498905"/>
            <a:ext cx="4413071" cy="787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Pause Game</a:t>
            </a:r>
            <a:endParaRPr sz="44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404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498905"/>
            <a:ext cx="4413071" cy="787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Pause Game</a:t>
            </a:r>
            <a:endParaRPr sz="44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A49F8F88-4696-D6C1-EF5C-D29153279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51" y="1353108"/>
            <a:ext cx="2536467" cy="3104416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0F2C2CB7-0E5B-FFAC-FF57-CB9D9A470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184" y="1368937"/>
            <a:ext cx="2536467" cy="308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5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351429"/>
            <a:ext cx="5491310" cy="256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Sử dụng </a:t>
            </a:r>
            <a:r>
              <a:rPr lang="en-US" sz="1500" dirty="0" err="1"/>
              <a:t>kĩ</a:t>
            </a:r>
            <a:r>
              <a:rPr lang="en-US" sz="1500" dirty="0"/>
              <a:t> thật </a:t>
            </a:r>
            <a:r>
              <a:rPr lang="en-US" sz="1500" b="1" dirty="0"/>
              <a:t>ghi file </a:t>
            </a:r>
            <a:r>
              <a:rPr lang="en-US" sz="1500" b="1" dirty="0" err="1"/>
              <a:t>nhị</a:t>
            </a:r>
            <a:r>
              <a:rPr lang="en-US" sz="1500" b="1" dirty="0"/>
              <a:t> </a:t>
            </a:r>
            <a:r>
              <a:rPr lang="en-US" sz="1500" b="1" dirty="0" err="1"/>
              <a:t>phân</a:t>
            </a:r>
            <a:r>
              <a:rPr lang="en-US" sz="15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 err="1"/>
              <a:t>Xây</a:t>
            </a:r>
            <a:r>
              <a:rPr lang="en-US" sz="1500" dirty="0"/>
              <a:t> </a:t>
            </a:r>
            <a:r>
              <a:rPr lang="en-US" sz="1500" dirty="0" err="1"/>
              <a:t>dựng</a:t>
            </a:r>
            <a:r>
              <a:rPr lang="en-US" sz="1500" dirty="0"/>
              <a:t> 1 </a:t>
            </a:r>
            <a:r>
              <a:rPr lang="en-US" sz="1500" dirty="0" err="1"/>
              <a:t>phương</a:t>
            </a:r>
            <a:r>
              <a:rPr lang="en-US" sz="1500" dirty="0"/>
              <a:t> thức ghi dữ </a:t>
            </a:r>
            <a:r>
              <a:rPr lang="en-US" sz="1500" dirty="0" err="1"/>
              <a:t>liệu</a:t>
            </a:r>
            <a:r>
              <a:rPr lang="en-US" sz="1500" dirty="0"/>
              <a:t> kiểu số </a:t>
            </a:r>
            <a:r>
              <a:rPr lang="en-US" sz="1500" dirty="0" err="1"/>
              <a:t>nguyên</a:t>
            </a:r>
            <a:r>
              <a:rPr lang="en-US" sz="1500" dirty="0"/>
              <a:t> </a:t>
            </a:r>
            <a:r>
              <a:rPr lang="en-US" sz="1500" dirty="0" err="1"/>
              <a:t>ra</a:t>
            </a:r>
            <a:r>
              <a:rPr lang="en-US" sz="1500" dirty="0"/>
              <a:t> file </a:t>
            </a:r>
            <a:r>
              <a:rPr lang="en-US" sz="1500" dirty="0" err="1"/>
              <a:t>nhị</a:t>
            </a:r>
            <a:r>
              <a:rPr lang="en-US" sz="1500" dirty="0"/>
              <a:t> </a:t>
            </a:r>
            <a:r>
              <a:rPr lang="en-US" sz="1500" dirty="0" err="1"/>
              <a:t>phân</a:t>
            </a:r>
            <a:r>
              <a:rPr lang="en-US" sz="15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Sau đó ghi từng dữ </a:t>
            </a:r>
            <a:r>
              <a:rPr lang="en-US" sz="1500" dirty="0" err="1"/>
              <a:t>liệu</a:t>
            </a:r>
            <a:r>
              <a:rPr lang="en-US" sz="1500" dirty="0"/>
              <a:t> ngay tại thời điểm </a:t>
            </a:r>
            <a:r>
              <a:rPr lang="en-US" sz="1500" b="1" dirty="0"/>
              <a:t>Save Game</a:t>
            </a:r>
            <a:r>
              <a:rPr lang="en-US" sz="1500" dirty="0"/>
              <a:t> như: </a:t>
            </a:r>
            <a:r>
              <a:rPr lang="en-US" sz="1500" b="1" dirty="0"/>
              <a:t>level</a:t>
            </a:r>
            <a:r>
              <a:rPr lang="en-US" sz="1500" dirty="0"/>
              <a:t>, </a:t>
            </a:r>
            <a:r>
              <a:rPr lang="en-US" sz="1500" dirty="0" err="1"/>
              <a:t>tọa</a:t>
            </a:r>
            <a:r>
              <a:rPr lang="en-US" sz="1500" dirty="0"/>
              <a:t> độ </a:t>
            </a:r>
            <a:r>
              <a:rPr lang="en-US" sz="1500" b="1" dirty="0"/>
              <a:t>Player,</a:t>
            </a:r>
            <a:r>
              <a:rPr lang="en-US" sz="1500" dirty="0"/>
              <a:t> các </a:t>
            </a:r>
            <a:r>
              <a:rPr lang="en-US" sz="1500" dirty="0" err="1"/>
              <a:t>thuộc</a:t>
            </a:r>
            <a:r>
              <a:rPr lang="en-US" sz="1500" dirty="0"/>
              <a:t> tính của </a:t>
            </a:r>
            <a:r>
              <a:rPr lang="en-US" sz="1500" b="1" dirty="0"/>
              <a:t>Lane</a:t>
            </a:r>
            <a:r>
              <a:rPr lang="en-US" sz="1500" dirty="0"/>
              <a:t>, Số </a:t>
            </a:r>
            <a:r>
              <a:rPr lang="en-US" sz="1500" b="1" dirty="0"/>
              <a:t>Enemy</a:t>
            </a:r>
            <a:r>
              <a:rPr lang="en-US" sz="1500" dirty="0"/>
              <a:t>, </a:t>
            </a:r>
            <a:r>
              <a:rPr lang="en-US" sz="1500" dirty="0" err="1"/>
              <a:t>tọa</a:t>
            </a:r>
            <a:r>
              <a:rPr lang="en-US" sz="1500" dirty="0"/>
              <a:t> độ </a:t>
            </a:r>
            <a:r>
              <a:rPr lang="en-US" sz="1500" b="1" dirty="0"/>
              <a:t>Enemy</a:t>
            </a:r>
            <a:r>
              <a:rPr lang="en-US" sz="1500" dirty="0"/>
              <a:t> đó,…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457200" lvl="1" indent="0">
              <a:buNone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498905"/>
            <a:ext cx="4413071" cy="787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Save Game</a:t>
            </a:r>
            <a:endParaRPr sz="44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B8F0D415-A93B-E430-DF4D-361E6ADA6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918" y="2162735"/>
            <a:ext cx="3352800" cy="66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98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498905"/>
            <a:ext cx="4413071" cy="787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Save Game</a:t>
            </a:r>
            <a:endParaRPr sz="44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114319F1-E3ED-88F8-7C2C-E4FA20CB2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76" y="1433695"/>
            <a:ext cx="5528237" cy="301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88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78347" y="1351429"/>
            <a:ext cx="5491310" cy="2944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Sử dụng </a:t>
            </a:r>
            <a:r>
              <a:rPr lang="en-US" sz="1500" dirty="0" err="1"/>
              <a:t>kĩ</a:t>
            </a:r>
            <a:r>
              <a:rPr lang="en-US" sz="1500" dirty="0"/>
              <a:t> </a:t>
            </a:r>
            <a:r>
              <a:rPr lang="en-US" sz="1500" dirty="0" err="1"/>
              <a:t>thuật</a:t>
            </a:r>
            <a:r>
              <a:rPr lang="en-US" sz="1500" dirty="0"/>
              <a:t> </a:t>
            </a:r>
            <a:r>
              <a:rPr lang="en-US" sz="1500" b="1" dirty="0"/>
              <a:t>đọc file </a:t>
            </a:r>
            <a:r>
              <a:rPr lang="en-US" sz="1500" b="1" dirty="0" err="1"/>
              <a:t>nhị</a:t>
            </a:r>
            <a:r>
              <a:rPr lang="en-US" sz="1500" b="1" dirty="0"/>
              <a:t> </a:t>
            </a:r>
            <a:r>
              <a:rPr lang="en-US" sz="1500" b="1" dirty="0" err="1"/>
              <a:t>phân</a:t>
            </a:r>
            <a:endParaRPr lang="en-US" sz="1500" b="1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 err="1"/>
              <a:t>Xây</a:t>
            </a:r>
            <a:r>
              <a:rPr lang="en-US" sz="1500" dirty="0"/>
              <a:t> </a:t>
            </a:r>
            <a:r>
              <a:rPr lang="en-US" sz="1500" dirty="0" err="1"/>
              <a:t>dựng</a:t>
            </a:r>
            <a:r>
              <a:rPr lang="en-US" sz="1500" dirty="0"/>
              <a:t> 1 </a:t>
            </a:r>
            <a:r>
              <a:rPr lang="en-US" sz="1500" dirty="0" err="1"/>
              <a:t>phương</a:t>
            </a:r>
            <a:r>
              <a:rPr lang="en-US" sz="1500" dirty="0"/>
              <a:t> thức để đọc dữ </a:t>
            </a:r>
            <a:r>
              <a:rPr lang="en-US" sz="1500" dirty="0" err="1"/>
              <a:t>liệu</a:t>
            </a:r>
            <a:r>
              <a:rPr lang="en-US" sz="1500" dirty="0"/>
              <a:t> kiểu số </a:t>
            </a:r>
            <a:r>
              <a:rPr lang="en-US" sz="1500" dirty="0" err="1"/>
              <a:t>nguyên</a:t>
            </a:r>
            <a:r>
              <a:rPr lang="en-US" sz="1500" dirty="0"/>
              <a:t> từ file </a:t>
            </a:r>
            <a:r>
              <a:rPr lang="en-US" sz="1500" dirty="0" err="1"/>
              <a:t>nhị</a:t>
            </a:r>
            <a:r>
              <a:rPr lang="en-US" sz="1500" dirty="0"/>
              <a:t> </a:t>
            </a:r>
            <a:r>
              <a:rPr lang="en-US" sz="1500" dirty="0" err="1"/>
              <a:t>phân</a:t>
            </a:r>
            <a:r>
              <a:rPr lang="en-US" sz="15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Dùng </a:t>
            </a:r>
            <a:r>
              <a:rPr lang="en-US" sz="1500" dirty="0" err="1"/>
              <a:t>phương</a:t>
            </a:r>
            <a:r>
              <a:rPr lang="en-US" sz="1500" dirty="0"/>
              <a:t> thức </a:t>
            </a:r>
            <a:r>
              <a:rPr lang="en-US" sz="1500" b="1" dirty="0" err="1"/>
              <a:t>GetAllFileName</a:t>
            </a:r>
            <a:r>
              <a:rPr lang="en-US" sz="1500" b="1" dirty="0"/>
              <a:t>(string s) </a:t>
            </a:r>
            <a:r>
              <a:rPr lang="en-US" sz="1500" dirty="0"/>
              <a:t>để lấy tất cả tên file đã lưu trong 1 folder, với </a:t>
            </a:r>
            <a:r>
              <a:rPr lang="en-US" sz="1500" dirty="0" err="1"/>
              <a:t>tham</a:t>
            </a:r>
            <a:r>
              <a:rPr lang="en-US" sz="1500" dirty="0"/>
              <a:t> số </a:t>
            </a:r>
            <a:r>
              <a:rPr lang="en-US" sz="1500" dirty="0" err="1"/>
              <a:t>truyền</a:t>
            </a:r>
            <a:r>
              <a:rPr lang="en-US" sz="1500" dirty="0"/>
              <a:t> vào là tên folder.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500" dirty="0"/>
              <a:t>Sau đó đọc tất cả dữ </a:t>
            </a:r>
            <a:r>
              <a:rPr lang="en-US" sz="1500" dirty="0" err="1"/>
              <a:t>liệu</a:t>
            </a:r>
            <a:r>
              <a:rPr lang="en-US" sz="1500" dirty="0"/>
              <a:t> đã lưu, đọc </a:t>
            </a:r>
            <a:r>
              <a:rPr lang="en-US" sz="1500" dirty="0" err="1"/>
              <a:t>theo</a:t>
            </a:r>
            <a:r>
              <a:rPr lang="en-US" sz="1500" dirty="0"/>
              <a:t> thứ tự như đã lưu </a:t>
            </a:r>
            <a:r>
              <a:rPr lang="en-US" sz="1500" dirty="0" err="1"/>
              <a:t>phía</a:t>
            </a:r>
            <a:r>
              <a:rPr lang="en-US" sz="1500" dirty="0"/>
              <a:t> trên.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457200" lvl="1" indent="0">
              <a:buNone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500"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498905"/>
            <a:ext cx="4413071" cy="787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Load Game</a:t>
            </a:r>
            <a:endParaRPr sz="44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4091E9D7-FF23-0EC8-B10E-2A709C2A8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469" y="2164136"/>
            <a:ext cx="2364819" cy="79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37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78347" y="498905"/>
            <a:ext cx="4413071" cy="787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Load Game</a:t>
            </a:r>
            <a:endParaRPr sz="4400" dirty="0"/>
          </a:p>
        </p:txBody>
      </p:sp>
      <p:grpSp>
        <p:nvGrpSpPr>
          <p:cNvPr id="138" name="Google Shape;138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39" name="Google Shape;139;p1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98388C92-0199-EAE4-25AF-6B4037963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8" y="1269338"/>
            <a:ext cx="3477761" cy="24926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F96ED076-CA9D-7F2E-A2BF-2742A85F2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654" y="1473784"/>
            <a:ext cx="2781300" cy="762000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4B5A7384-1E28-5296-1946-F3D983859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654" y="2454014"/>
            <a:ext cx="2781300" cy="88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42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811950"/>
            <a:ext cx="4286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341" name="Google Shape;341;p34"/>
          <p:cNvSpPr/>
          <p:nvPr/>
        </p:nvSpPr>
        <p:spPr>
          <a:xfrm>
            <a:off x="6543431" y="805362"/>
            <a:ext cx="1752310" cy="1752310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4"/>
          <p:cNvSpPr txBox="1">
            <a:spLocks noGrp="1"/>
          </p:cNvSpPr>
          <p:nvPr>
            <p:ph type="sldNum" idx="12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cquenett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F3F3F3"/>
      </a:lt2>
      <a:accent1>
        <a:srgbClr val="000000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6B26B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1331</Words>
  <Application>Microsoft Office PowerPoint</Application>
  <PresentationFormat>Trình chiếu Trên màn hình (16:9)</PresentationFormat>
  <Paragraphs>134</Paragraphs>
  <Slides>30</Slides>
  <Notes>30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30</vt:i4>
      </vt:variant>
    </vt:vector>
  </HeadingPairs>
  <TitlesOfParts>
    <vt:vector size="35" baseType="lpstr">
      <vt:lpstr>Arial</vt:lpstr>
      <vt:lpstr>Wingdings</vt:lpstr>
      <vt:lpstr>Work Sans</vt:lpstr>
      <vt:lpstr>Work Sans Light</vt:lpstr>
      <vt:lpstr>Jacquenetta template</vt:lpstr>
      <vt:lpstr>CROSSING ROAD GAME</vt:lpstr>
      <vt:lpstr>Nhóm 10 – 21CLC05</vt:lpstr>
      <vt:lpstr>Chức Năng Chính Game </vt:lpstr>
      <vt:lpstr>UML</vt:lpstr>
      <vt:lpstr>Menu Game</vt:lpstr>
      <vt:lpstr>Bản trình bày PowerPoint</vt:lpstr>
      <vt:lpstr>Di Chuyển Player</vt:lpstr>
      <vt:lpstr>Di Chuyển Player</vt:lpstr>
      <vt:lpstr>Di Chuyển Player</vt:lpstr>
      <vt:lpstr>Khởi Tạo Map</vt:lpstr>
      <vt:lpstr>Khởi Tạo Map</vt:lpstr>
      <vt:lpstr>Di chuyển Enemy trên 1 Lane</vt:lpstr>
      <vt:lpstr>Di chuyển Enemy trên 1 Lane</vt:lpstr>
      <vt:lpstr>Bản trình bày PowerPoint</vt:lpstr>
      <vt:lpstr>Di chuyển Enemy trên toàn bộ Map</vt:lpstr>
      <vt:lpstr>Di chuyển Enemy trên toàn bộ Map</vt:lpstr>
      <vt:lpstr>Di chuyển Enemy trên toàn bộ Map</vt:lpstr>
      <vt:lpstr>Xử Lý Va Chạm Giữa Player Và 1 Enemy</vt:lpstr>
      <vt:lpstr>Xử Lý Va Chạm</vt:lpstr>
      <vt:lpstr>Xử Lý Va Chạm</vt:lpstr>
      <vt:lpstr>Xử Lý Va Chạm</vt:lpstr>
      <vt:lpstr>Mô Tả GamePlay</vt:lpstr>
      <vt:lpstr>Mô Tả GamePlay</vt:lpstr>
      <vt:lpstr>Pause Game</vt:lpstr>
      <vt:lpstr>Pause Game</vt:lpstr>
      <vt:lpstr>Save Game</vt:lpstr>
      <vt:lpstr>Save Game</vt:lpstr>
      <vt:lpstr>Load Game</vt:lpstr>
      <vt:lpstr>Load Game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CROSSING ROAD GAME</dc:title>
  <dc:creator>PC</dc:creator>
  <cp:lastModifiedBy>LÊ PHƯỚC QUANG HUY</cp:lastModifiedBy>
  <cp:revision>5</cp:revision>
  <dcterms:modified xsi:type="dcterms:W3CDTF">2022-12-20T10:00:13Z</dcterms:modified>
</cp:coreProperties>
</file>